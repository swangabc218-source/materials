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封面页。本课程为理论精读型课件，强调管理对话设计框架的建立、论证与边界条件，不含互动讨论环节。建议授课时长50-60分钟，可作为模块七的正式讲授内容，区别于配套的实战工作坊材料。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用「时间投入与产出不匹配」的真实困惑建立认知钩子。强调这不是1on1工具本身的问题，而是认知模式的问题——这个定调为第3页格鲁夫框架的引入做铺垫。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讲解格鲁夫的1on1定位，建立全篇理论地基。重点强调「议程主导权」这个反直觉推论——大多数学员的默认假设是主管应该主导1on1，这个框架要求他们反过来理解。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本页是深度版的关键页，主动指出「下属主导」框架的误用边界。误用一（主管不准备）是最容易被误读为「躺平借口」的部分，要明确撇清。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从管理心理学角度拆解检查式开场的失效路径。机制三（预期重塑）是最容易被忽视但影响最深远的机制，要在讲授时强调「转型需要时间，不能因为第一次冷场就退回旧模式」。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具象化第3-5页的理论。案例B的关键动作是「没有立刻填补沉默」——这是教练式对话最反直觉但最重要的技巧之一，要在讲授时重点强调这个细节。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第二个核心框架。四个要素要逐一讲清楚功能，重点强调O阶段是最关键、也最容易被破坏的环节——后续第8页的反例和第9页的案例都会围绕这一点展开。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反例二（O阶段抢答）是最常见的实践偏差，也是与第14页教练理论直接呼应的核心环节。要引导学员做自检：我在下属犹豫的时候，第一反应是等待还是给方案？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呼应第7-8页的GROW框架。这个案例的核心价值是展示「组长全程没有给建议，但小郑自己想出了一个组长可能都没想到的选项」——这正是O阶段保护自主思考的真实效果。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呼应M3的替代性损失机制，是M7和M3的重要理论联动点。讲授时可以直接点出：「这正是M3中讨论过的机制，在1on1这个具体场景中的体现」。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误区一直接对应第10页应对A的心理动机。误区二呼应第6页案例B老陈「没有立刻填补沉默」的处理方式——可以在讲授时回扣这个细节。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误区三（GROW太繁琐）直接对应第17页场景四的诊断设计。误区四（氛围好=效果好）是一个常见的自我评估误区，要明确给出正确的评估标准——思考清晰度和行动推进，而非情绪体验。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引入认知科学概念增加理论厚度。「复述与确认」是一个可以直接教给学员的操作性技巧，建议讲授时邀请学员现场练习一次复述确认的话术。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第二个跨学科延伸概念（教练理论），明确承接M3的替代性损失机制——讲授时要点出这个跨模块联系。这一页是对第10页案例对照三的理论根源解释，建立起「现象-机制」的完整闭环。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收束全篇，呼应第2页核心问题。结尾金句是M7的核心价值表达。M1-M7形成完整的认知升级链条：认知（M1）→判断（M2）→设计（M3）→边界（M4）→信任（M5）→可见性（M6）→对话杠杆（M7）。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【内训师诊断指引 · 不对学员展示】
场景一 —— 对应第6页案例对照一+误区二（沉默不等于没话题）。
观察要点：理想回答应该提到给予下属适应时间、用开放性问题代替直接的沉默压力（呼应案例B老陈的处理方式：等待+具体化引导），而不是因为第一次冷场就放弃转型，退回检查式提问。若学员认为「如果下属答不上来就还是先问问题进展吧」，说明对预期重塑机制理解不够，容易在第一次遇到困难时就退回旧模式。
场景二 —— 对应第7-9页GROW模型框架。
观察要点：回答需要展示对四个阶段功能的准确理解——G阶段不是直接问「你想不想学」，而是帮助澄清这次讨论想解决什么；R阶段聚焦了解现状；O阶段引导小李自己列出选项（而不是组长直接给建议）；W阶段聚焦具体行动承诺。若学员在O阶段直接写出指令式内容（比如「建议小李学习XX技术」），说明对GROW模型中「保护自主思考」这个核心原则理解不到位。
场景三 —— 对应第14页教练式提问与能力建构差异。
观察要点：理想回答应该提出具体的行为调整，比如「克制住立刻给方案的冲动，先用提问引导对方自己想」，并理解这个调整背后的逻辑是保留下属「自主思考」的完整循环。若学员只是表态「以后要少给建议」而没有给出具体的提问替代方式，说明认知层面接受了道理，但还没有转化为可操作的行为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【内训师诊断指引 · 不对学员展示】
场景四 —— 对应第8页反例一（机械执行GROW四步清单）。
观察要点：这道题测试学员是否会把GROW模型理解成必须严格遵守的脚本。理想回答应该识别出，下属的反馈说明GROW模型被执行成了「机械的四步问答」，而不是「灵活的思考脚手架」——正确的调整方向是继续保留GROW的核心逻辑，但不需要逐字逐句、按固定顺序提问，可以根据对话的自然走向灵活穿插。若学员认为「既然下属不适应，应该放弃GROW模型，回到随便聊聊」，说明对GROW模型价值的理解出现了动摇，矫枉过正地放弃了有效的结构。
场景五 —— 对应第3-4页边界条件（投资模式不等于完全不能直接介入）+ 跨模块呼应M2风险分级框架。
观察要点：这是一个测试学员是否会把「教练式提问」当作万能公式、不分场景生搬硬套的场景。理想回答应该识别出，1on1的教练式投资模式，适用于「有思考空间、不紧急」的议题，而对于真正紧急、高风险、需要快速决策的问题，主管应该切换回更直接的介入模式，先解决问题，事后再找合适的时机做复盘式的教练对话。若学员认为「无论什么情况都应该坚持教练式提问，不能直接给答案」，说明对方法论的适用边界缺乏判断，犯了「拿着锤子看什么都像钉子」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0" cy="420624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半导体CIM管理者认知课程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19202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模块七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246888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1on1实战：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188720" y="324612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把谈话变成杠杆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1188720" y="4343400"/>
            <a:ext cx="4754880" cy="0"/>
          </a:xfrm>
          <a:prstGeom prst="line">
            <a:avLst/>
          </a:prstGeom>
          <a:noFill/>
          <a:ln w="12700">
            <a:solidFill>
              <a:srgbClr val="C7CD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526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一份关于管理对话设计的理论框架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写给7–9年经验、初次带队的技术主管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理论精读版 · 全17讲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模块七 · 1on1实战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现象与问题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开了会，却什么也没改变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〔观察一〕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1on1正在变成一种「仪式性」的会议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30428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许多CIM团队的主管已经建立了每周或每两周一次的1on1机制。但半年后回顾，很多主管发现这件事正在滑向两种无效状态之一：要么变成「你最近怎么样」式的闲聊，会议结束后双方都说不清楚聊了什么；要么变成「进度还顺利吗」的变相进度汇报会，本质上和周会没有区别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〔观察二〕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主管的时间投入和实际产出严重不匹配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90448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带5人团队的主管，如果每周做一次30分钟的1on1，一年下来要投入超过100小时。但很多主管反映，这100多小时换来的下属能力提升、决策质量改善，远远低于预期，甚至有主管开始怀疑「1on1是不是一种形式主义」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0" cy="1325880"/>
          </a:xfrm>
          <a:prstGeom prst="line">
            <a:avLst/>
          </a:prstGeom>
          <a:noFill/>
          <a:ln w="38100">
            <a:solidFill>
              <a:srgbClr val="9C55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102352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1on1低效的根源，不在于「要不要做」，而在于「怎么理解这件事的本质」——把它当作信息收集工具，它就只能产生信息收集的价值；把它当作下属能力建构的杠杆，它才能产生真正的管理回报。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现象与问题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模块七 · 1on1实战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理论框架一 · 提出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管理学对1on1最根本的重新定义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安迪·格鲁夫在《高产出管理》中给出的定位：1on1不是检查进度的会议，而是主管对下属的「教练式投资」——产出不是当次会议获得的信息，而是下属未来决策质量的提升。这个定位带来一个核心推论：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1005840" y="2423160"/>
            <a:ext cx="9418320" cy="0"/>
          </a:xfrm>
          <a:prstGeom prst="line">
            <a:avLst/>
          </a:prstGeom>
          <a:noFill/>
          <a:ln w="12700">
            <a:solidFill>
              <a:srgbClr val="8A6D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60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A6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1on1的议程应该由下属主导，而不是主管主导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3090672"/>
            <a:ext cx="9418320" cy="0"/>
          </a:xfrm>
          <a:prstGeom prst="line">
            <a:avLst/>
          </a:prstGeom>
          <a:noFill/>
          <a:ln w="12700">
            <a:solidFill>
              <a:srgbClr val="8A6D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91840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传统认知（检查模式）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525780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49040"/>
            <a:ext cx="5257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主管准备问题清单，下属负责回答。信息流向「下属→主管」，价值上限是「主管获得准确进度信息」——其实不如一份书面周报。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3291840"/>
            <a:ext cx="0" cy="146304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3291840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格鲁夫模式（投资模式）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19672" y="3639312"/>
            <a:ext cx="525780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3749040"/>
            <a:ext cx="5257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下属带着真正想讨论的问题前来，主管提问、倾听。产出的不是信息，而是下属思考质量的提升。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0" cy="1051560"/>
          </a:xfrm>
          <a:prstGeom prst="line">
            <a:avLst/>
          </a:prstGeom>
          <a:noFill/>
          <a:ln w="38100">
            <a:solidFill>
              <a:srgbClr val="9C55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07492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下属比主管更清楚自己卡在哪里，进度信息可以通过其他渠道获得，而1on1这种高浓度的专属时间，应该被用在「只有通过深度对话才能产生」的价值上。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理论框架一 · 提出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模块七 · 1on1实战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理论框架一 · 边界与反例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「下属主导议程」不等于「主管完全不准备」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〔误用一〕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8424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把「下属主导」理解为「主管可以不做任何准备」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2368296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属主导议程，指的是会议的话题选择权在下属手中，而不是主管放弃对会议质量的责任。有效的1on1，主管仍需在会前做准备——回顾上次会议的待办事项、关注下属近期工作中可能存在的信号。「下属主导」不是「主管躺平」，而是「把表达的优先权让给下属，但仍然主动投入认知资源」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〔误用二〕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7673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把「不检查进度」理解为「完全不谈工作进展」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151376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鲁夫的论证不是说1on1上完全不能谈工作进展，而是「单纯的进度核对」不应该是核心价值。如果下属主动提出的话题恰好是某个任务的进展困境，这正是1on1应该深入讨论的内容——区别在于焦点是「这个困境背后的决策和思考」，而不是「进度数字本身」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303520"/>
            <a:ext cx="0" cy="1051560"/>
          </a:xfrm>
          <a:prstGeom prst="line">
            <a:avLst/>
          </a:prstGeom>
          <a:noFill/>
          <a:ln w="38100">
            <a:solidFill>
              <a:srgbClr val="9C55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边界条件总结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605272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1on1作为投资行为有效的前提是：主管做了认知准备（即使不主导话题），并且讨论焦点始终落在「思考质量」而非「进度数字」上。脱离这两个条件，都不是格鲁夫框架的正确实践。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理论框架一 · 边界与反例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模块七 · 1on1实战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机制解释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为什么「问进度」会破坏1on1的真正价值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从管理心理学角度，拆解检查式1on1的失效路径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〔机制一〕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48840" y="1965960"/>
            <a:ext cx="9281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检查式问法触发「汇报心态」而非「思考心态」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295144"/>
            <a:ext cx="10881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主管以「这个任务进展如何」开场，下属的认知模式会自动切换到「汇报模式」——组织语言来呈现一个让自己显得「进展顺利」的版本，而不是诚实地暴露自己真正的困惑。这种心理切换几乎是本能的、不受意识控制的，它直接关闭了1on1本应打开的「深度思考」通道。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548640" y="3044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〔机制二〕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3044952"/>
            <a:ext cx="9281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进度信息的获取挤占了真正稀缺的深度对话时间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74136"/>
            <a:ext cx="10881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on1通常只有30分钟左右，如果开场10-15分钟用于进度核对，留给「真正需要深度讨论的问题」的时间被严重压缩。而恰恰是这些问题（艰难的技术决策、团队冲突的处理），才是1on1作为「专属时间」最有价值的使用场景——在日常碎片化沟通中很难被充分讨论。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48640" y="41239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〔机制三〕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48840" y="4123944"/>
            <a:ext cx="9281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长期的检查式互动会重塑下属对1on1的预期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453128"/>
            <a:ext cx="10881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1on1反复以「检查进度」展开，下属会逐渐形成预期：「1on1就是被问进度的场合」，进而养成「提前准备好看起来不错的进度汇报」的习惯。这种预期一旦固化，即使主管后续想转向投资模式，也需要花费额外时间重新调整下属的认知预期。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48640" y="6126480"/>
            <a:ext cx="1088136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19963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三个机制共同指向一个结论：1on1的开场方式，决定了整场会议是滑向「汇报」还是真正进入「投资」。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机制解释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模块七 · 1on1实战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案例对照 · 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两种开场方式的真实分野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〔案例A · 检查式开场〕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257800" cy="0"/>
          </a:xfrm>
          <a:prstGeom prst="line">
            <a:avLst/>
          </a:prstGeom>
          <a:noFill/>
          <a:ln w="19050">
            <a:solidFill>
              <a:srgbClr val="9C55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94560"/>
            <a:ext cx="5257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CIM组长老周每次1on1都以「这周任务进展怎么样」开场。下属小林每次的回答都很相似：「都还好，按计划推进。」会议十分钟内就结束了。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半年后：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75888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老周才得知，小林这半年一直在纠结要不要转岗，也曾因代码评审被质疑而挫败——这些事从未在1on1中被提及，因为1on1从一开始就被定义成了「汇报进展」的场合。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691640"/>
            <a:ext cx="0" cy="429768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〔案例B · 投资式开场〕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19672" y="2057400"/>
            <a:ext cx="5257800" cy="0"/>
          </a:xfrm>
          <a:prstGeom prst="line">
            <a:avLst/>
          </a:prstGeom>
          <a:noFill/>
          <a:ln w="19050">
            <a:solidFill>
              <a:srgbClr val="4F6F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2194560"/>
            <a:ext cx="5257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另一位组长老陈，开场是「这周有什么是你想和我聊聊的？」第一次小吴愣住，说「没什么特别的」。老陈没有立刻填补沉默，等待几秒后追问最近模块重构有没有让他纠结的地方，小吴这才打开话匣子。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9672" y="395935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几次之后：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9672" y="4251960"/>
            <a:ext cx="5257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小吴开始主动准备「这次想聊什么」，话题从技术决策延伸到团队协作困扰、个人成长方向。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080760"/>
            <a:ext cx="0" cy="292608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6080760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案例A的1on1从未真正打开；案例B通过开场方式的设计，逐步建立起「这是一个可以深度思考的空间」的预期。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案例对照一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模块七 · 1on1实战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理论框架二 · 提出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GROW模型——给1on1一个结构，而非一场漫谈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「下属主导议程」解决了「聊什么」的问题，但还需要回答「怎么聊」——任由对话自然发展，容易滑向漫谈或主管直接给建议的惯性。GROW模型提供了一个简洁但有效的结构：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24140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 Goal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72491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这次讨论，你希望达成什么？——先帮助澄清要解决什么，避免对话漫无目的展开。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548640" y="3355848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337413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 Reality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68503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目前的实际情况是什么？——引导下属描述已尝试过什么、遇到什么具体阻碍，过程中往往会发现之前没意识到的关键信息。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48640" y="4315968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43342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选项 Options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64515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有哪些可能的路径？——引导下属自己列出方案，抑制住「直接给出最优答案」的冲动，这个思考跨越本身就是能力训练。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548640" y="5276088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52943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意愿 Will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560527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你打算怎么做？——把讨论收束为可执行的承诺，避免1on1变成「聊得开心但什么都没决定」。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理论框架二 · 提出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模块七 · 1on1实战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理论框架二 · 边界与反例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GROW模型的两种执行偏差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〔反例一〕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8424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把GROW模型执行成机械的四步问答清单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2368296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主管把GROW理解为「必须按顺序问完G、R、O、W四个问题」，对话会显得生硬、像在走流程，反而破坏了1on1本应有的自然对话感。GROW提供的是「思考的脚手架」，不是「必须严格遵守的脚本」——熟练的使用者会根据对话的自然流动灵活穿插，而不是机械地按顺序推进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〔反例二〕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81304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在O（选项）阶段过早地引入主管自己的方案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197096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模型中最容易被破坏的环节是O阶段——当下属表现出犹豫，主管很容易忍不住说「要不你试试这样」，这个看似「帮忙」的动作，实际上剥夺了下属完成「现状到选项」思考跨越的机会。如果多次引导后下属确实想不出更多选项，可以征得同意后提供补充视角，但这应该是辅助，不是默认的第一反应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0" cy="1051560"/>
          </a:xfrm>
          <a:prstGeom prst="line">
            <a:avLst/>
          </a:prstGeom>
          <a:noFill/>
          <a:ln w="38100">
            <a:solidFill>
              <a:srgbClr val="9C55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394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边界条件总结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696712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GROW模型有效执行的前提是「灵活运用结构」而非「机械执行脚本」，以及「在O阶段保持耐心」而非「过早提供答案」。这两个条件共同维护了1on1作为「下属思考训练」而非「主管提供咨询」的本质。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理论框架二 · 边界与反例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模块七 · 1on1实战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案例对照 · 二（GROW模型实际运用）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一次完整1on1的GROW结构展开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工程师小郑在1on1中提到：「我最近在纠结要不要主动申请负责那个新的MES接口项目，技术上有挑战，但风险也大。」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304288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30428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「听起来这是个重要的决定，今天想不想花点时间理清楚这个选择？」——确认目标是帮助小郑理清思路，而非直接告诉他怎么选。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3145536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「你提到技术上有挑战，具体是哪些方面？风险大具体指什么？」——小郑梳理后发现，挑战是不熟悉的协议适配，风险是担心经验不够影响进度。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548640" y="3986784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986784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「除了申请和不申请，你觉得还有没有别的可能性？」——小郑自己想出第三个选项：申请但提前争取一位经验丰富的同事做技术支持。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48640" y="4828032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4828032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「这几个选项里，你现在的想法是？」——小郑决定申请，并承诺周三前去找那位同事沟通支持事宜。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548640" y="5760720"/>
            <a:ext cx="0" cy="914400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7607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GROW模型的价值不在于组长提供了「正确答案」（全程没有给出任何具体建议），而在于通过结构化提问，帮助小郑完成了从模糊纠结到清晰决策的思考过程，且这个决策是他自己想清楚的。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案例对照二 · GROW模型实际运用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模块七 · 1on1实战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案例对照 · 三（指令式 vs 教练式）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同一个问题，两种应对方式的长期差距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场景：工程师小韩在1on1中提到，他负责的模块测试覆盖率一直上不去，不知道该怎么办。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〔应对A · 直接给建议〕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5257800" cy="0"/>
          </a:xfrm>
          <a:prstGeom prst="line">
            <a:avLst/>
          </a:prstGeom>
          <a:noFill/>
          <a:ln w="19050">
            <a:solidFill>
              <a:srgbClr val="9C55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5257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组长直接给出方法：按边界条件分类用例，用覆盖率工具找出未覆盖分支补充。小韩照做，覆盖率提升了。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三个月后：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995928"/>
            <a:ext cx="5257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遇到类似的指标提升问题时，小韩的第一反应仍是来问组长「这个我该怎么办」，而不是尝试自己分析。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2194560"/>
            <a:ext cx="0" cy="365760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〔应对B · 教练式提问〕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19672" y="2560320"/>
            <a:ext cx="5257800" cy="0"/>
          </a:xfrm>
          <a:prstGeom prst="line">
            <a:avLst/>
          </a:prstGeom>
          <a:noFill/>
          <a:ln w="19050">
            <a:solidFill>
              <a:srgbClr val="4F6F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2697480"/>
            <a:ext cx="5257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组长问：「你觉得卡在哪个环节？」小韩想到是边界条件用例不够全。组长追问怎么系统性找出遗漏，小韩自己提出对照需求文档逐一核对分支。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9672" y="397764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三个月后：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19672" y="4270248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遇到新的指标提升问题时，第一反应是「我先自己拆解一下问题，看看能不能套用类似的分析方法」。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案例对照三 · 指令式与教练式对比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模块七 · 1on1实战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常见认知误区 · 之一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1on1实践中最常见的认知误区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〔误区一〕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「1on1时间宝贵，我应该尽快帮下属解决问题，节省时间」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054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错误根源：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798064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种认知把1on1的效率目标设定为「问题解决的速度」，但格鲁夫框架下1on1真正的效率目标是「下属思考能力的提升速度」。直接给出答案确实能让「这一个问题」更快解决，但这种「效率」是以牺牲下属面对未来类似问题的独立处理能力为代价的——本质上是用短期的时间节省，换取了长期的能力建构损失，这个交换通常是不划算的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〔误区二〕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517136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「下属没有主动提出话题，说明他没什么需要聊的，可以早点结束」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047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错误根源：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340096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种认知忽略了「预期重塑」机制——如果下属此前习惯了检查式的1on1，他很可能并不是「没有话题」，而是「还没有适应这是一个可以主动表达的场合」，或者「不确定哪些话题是被允许讨论的」。面对沉默，正确的应对不是立刻结束会议，而是给予适当的等待和引导，逐步建立起下属对这个场合的新预期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常见认知误区 · 上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模块七 · 1on1实战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常见认知误区 · 之二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1on1实践中最常见的认知误区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〔误区三〕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「GROW模型太繁琐，正常聊天就行，不需要这么刻意」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054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错误根源：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798064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种认知低估了「没有结构的深度对话」自然滑向低效状态的概率。没有结构的1on1要么变成漫谈、要么变成主管直接给建议，这两种状态都无法稳定地产生「思考质量提升」的效果。GROW模型不是要消灭对话的自然感，而是给对话提供一个隐性的导航——熟练之后可以内化为思考习惯，但在熟练之前，有意识地运用这个结构是必要的训练过程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〔误区四〕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517136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「这次1on1聊得很愉快，氛围很好，说明效果不错」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047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错误根源：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340096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种认知把「氛围良好」等同于「产生了管理价值」，但两者并不必然对应。一次只是闲聊、没有触及任何真实困惑、没有产生任何决策推进的1on1，氛围可能很轻松愉快，但按照格鲁夫的投资框架衡量，产出接近于零。评估1on1效果的标准应该是「下属是否对某个问题的思考更清晰了」「是否产生了明确的下一步行动」，而不是「双方聊天时的情绪体验」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常见认知误区 · 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模块七 · 1on1实战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延伸视角 · 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「等待发言」和「真正倾听」，在认知层面是两件不同的事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积极倾听（Active Listening）的认知科学基础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〔核心区分〕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0881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认知科学和沟通研究对「倾听」做了一个重要区分：等待发言（Waiting to Speak）和积极倾听在大脑的认知加工模式上是两种完全不同的状态。「等待发言」状态下，认知资源主要被用于「组织自己接下来要说的话」，导致对方话语中很多关键信息（情绪线索、犹豫的停顿）被遗漏。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这种状态在1on1场景中的典型表现：主管在下属还没说完时，已经在构思「我应该给出什么建议」，错过了那些原本可以引导出更深层议题的细节。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〔关键技术〕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325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极倾听的一个关键技术是「复述与确认」：在对方说完后，用自己的话简要复述并确认理解是否准确（「听起来你纠结的核心是……，是这样吗？」）。这个动作不仅帮助倾听者更准确理解，也让说话者感觉到被认真对待，从而更愿意进一步深入表达。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1088136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486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第9页案例中组长的提问方式（「你提到技术上有挑战，具体是哪些方面？」），正是积极倾听的体现——建立在对小郑话语的准确捕捉之上，而不是预设的猜测。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延伸视角一 · 积极倾听的认知科学基础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模块七 · 1on1实战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延伸视角 · 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为什么「直接给答案」会系统性地抑制能力成长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教练理论（Coaching Theory）与成人学习理论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〔核心机制〕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08813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延伸视角承接M3中讨论过的「替代性损失」机制。教练理论和成人学习理论共同指出：一个人的决策能力，是通过反复经历「面对模糊情境—自主思考—做出选择—承担结果—复盘调整」这个完整循环而逐步建构的。任何打断这个循环的外部干预，都会削弱循环本身对能力建构的效果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式建议打断的正是「自主思考—做出选择」这个最关键的环节。下属即使最终执行了正确方案，因为这个方案不是自己思考出来的，他实际上跳过了「建立决策框架」这个最有价值的学习过程——他学到的是「这一次问题的答案」，而不是「面对这一类问题应该如何思考」。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0" cy="1600200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43484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教练式提问的价值在于保留了循环的完整性——下属仍要自己完成「面对模糊情境—自主思考—做出选择」的过程，主管的提问只是帮助这个过程更高效，而不是替代这个过程。这解释了为什么GROW模型中的O（选项）阶段如此关键，也如此容易被破坏——一旦主管在这个环节直接给出答案，整个能力建构循环就被截断了。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延伸视角二 · 教练式提问与能力建构差异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0" cy="493776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总结与升华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9144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从信息交换到能力杠杆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178308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回到第2页提出的核心问题：1on1低效的根源，不在于「要不要做」，而在于「怎么理解这件事的本质」。把1on1变成真正的管理杠杆，建立在三层结构之上：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2651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第一层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(角色的定位)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00600" y="2670048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1on1是主管对下属的「教练式投资」，而非「进度检查」——议程由下属主导，主管的价值在于提问和倾听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1188720" y="345643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第二层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34564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(对话的结构)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3474720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用GROW模型（目标-现状-选项-意愿）给深度对话一个隐性导航，避免漫谈或主管直接给答案的惯性反应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1188720" y="426110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9C5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第三层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426110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(能力的建构)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4279392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真正的倾听是理解而非等待发言，真正的帮助是保留对方自主思考的完整循环，而不是用指令替代思考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1188720" y="5074920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这三层结构共同回答了「为什么100多小时的1on1投入，产出可能接近于零」这个问题——不是因为工具本身无效，而是因为大多数1on1从未真正进入「投资模式」。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1188720" y="5806440"/>
            <a:ext cx="3657600" cy="0"/>
          </a:xfrm>
          <a:prstGeom prst="line">
            <a:avLst/>
          </a:prstGeom>
          <a:noFill/>
          <a:ln w="12700">
            <a:solidFill>
              <a:srgbClr val="C7C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92531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把谈话变成杠杆，靠的不是聊得更久，而是让对方自己想得更深。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模块七 · 1on1实战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课后场景思考 · 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请结合本讲内容，书面阐述你的判断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请在课程结束后独立完成书面回答（每题150-300字），并于下次课程前提交。本练习不设标准答案，目的是呈现你对相关认知框架的理解方式。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〔场景一〕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7802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你打算把团队的1on1从「检查式」转向「投资式」，但担心下属一开始会不适应、不知道该聊什么，导致会议变得尴尬冷场。你会如何设计第一次转型后的1on1开场，来逐步建立下属对这个新场合的预期？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〔场景二〕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84962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工程师小李在1on1中说，他最近在考虑要不要学习一门新的技术栈，但不确定值不值得投入时间。请你用GROW模型设计这次对话的提问框架（写出G、R、O、W四个阶段你会问的具体问题）。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〔场景三〕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522122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你在1on1中习惯性地在下属提出困惑后，很快就给出了自己认为最优的解决方案，事后回想，你意识到这可能是「指令式」而非「教练式」。你会如何在下次1on1中调整自己的反应模式？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课后场景思考 · 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24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模块七 · 1on1实战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19672" y="320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课后场景思考 · 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1672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综合场景：以下两题边界更模糊，请审慎作答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以下场景刻意设计为容易产生「听起来对、实际上偏差」的回答，请结合本讲全部理论框架作答，而非套用单一结论。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〔场景四〕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78024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你严格按照GROW模型执行1on1已经一个月，下属反馈「你最近问问题的方式好像变得有点像在走流程，感觉不太自然，跟以前随便聊聊不太一样」。这说明了什么问题？你应该如何调整？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5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〔场景五〕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078224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完全采用了教练式提问，从不直接给建议，在一次1on1中，下属反映一个紧急的线上问题处理思路，你花了20分钟用提问引导他自己想方案，但这个问题其实需要尽快决策处理，不适合花这么长时间「教练」。这说明了什么？1on1的「投资模式」是否存在适用边界？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548640" y="5440680"/>
            <a:ext cx="1088136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55955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提交方式：与场景一至三合并为一份书面材料，于下次课程开始前提交。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C7CD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课后场景思考 · 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0" y="6492240"/>
            <a:ext cx="1124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1on1实战：把谈话变成杠杆 · 理论精读版</dc:title>
  <dc:subject>PptxGenJS Presentation</dc:subject>
  <dc:creator>PptxGenJS</dc:creator>
  <cp:lastModifiedBy>PptxGenJS</cp:lastModifiedBy>
  <cp:revision>1</cp:revision>
  <dcterms:created xsi:type="dcterms:W3CDTF">2026-06-20T10:02:43Z</dcterms:created>
  <dcterms:modified xsi:type="dcterms:W3CDTF">2026-06-20T10:02:43Z</dcterms:modified>
</cp:coreProperties>
</file>