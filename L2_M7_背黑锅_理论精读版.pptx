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责任本来的位置这一核心命题。正确回答应指出对外承担责任不是自我牺牲，而是经理在委托关系中本来就该承担的管理责任，这种重新归因能帮助经理在压力下更坚定地做出正确选择。
场景二（对应理论框架二）诊断指引：正确回答应指出缺少私下追溯真实原因这一步，对外背责任不等于对内不追究，这正是误区一的典型复现，长期会让背黑锅变成纵容问题反复发生的挡箭牌。
场景三（对应边界反例）诊断指引：考察学员是否把背黑锅当成了不分情境的教条。理想回答应提到诚实的失误与明知故犯的违规这一核心判断维度，并能提出边界场景式的应对方式（对外承认管理疏漏，对内启动正式纪律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理解委托-代理契约的完整性。正确回答应指出只做到不越级接管决策权，却不愿意为这份决策权带来的后果兜底，委托关系就是不完整的，这种做法会让主管的权威同样建立不起来。
场景五（综合场景）诊断指引：本模块难度最高的诊断题，检验学员是否理解了理论框架二第三步区分一次性失误与系统性问题的核心。正确回答应指出：问题重复出现说明这已经不是一次性失误，而是系统性问题的信号，单纯重复背锅加私下提醒的循环不能替代真正的流程修复，经理需要启动更深层的机制层面改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M7</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背黑锅</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把本该自己担的责任担起来</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背黑锅，不是替别人扛错，而是把本该自己担的责任担起来。</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同样处理一次失误，团队学到的东西完全相反</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M经理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如实归因</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团队一次因下属操作失误导致产线异常，对外汇报时如实说明是某位工程师的操作失误，团队成员对此心存芥蒂，此后遇到异常情况倾向于先自己想办法掩盖，而不是第一时间上报。</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N经理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对外背责</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同样的情况下，对外承担全部责任，只说「是我们部门的流程没有覆盖到这种场景」，私下里和涉事工程师认真复盘，明确了具体原因并完善了操作规范。此后团队遇到异常更愿意第一时间主动上报。</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两人都在处理同一类错误，为什么一个让团队学会了隐藏问题，一个让团队学会了暴露问题？</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背黑锅，不是道德牺牲，是管理责任本来的归属</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部门经理通常把对外承担责任理解成一种个人的道德选择——牺牲自己的声誉去保护下属，但这种理解本身就有问题，会让经理觉得这是额外的付出，从而在压力下犹豫要不要做。</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本模块要建立的认知：当经理把决策权和执行权委托给下属时，结果的责任本来就应该由经理承担，这不是经理在替别人扛错，而是把本来就属于自己的责任承担起来。</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为什么对外承担责任，本质上不是一种自我牺牲？</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背黑锅具体该怎么操作，才能既保护团队又不掩盖真实问题？</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什么情况下不该用背黑锅来处理失误？</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背黑锅的本质——管理责任与个人责任的边界重新校准</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委托关系的完整契约：经理把决策权交给下属，也要承担这份决策权带来的后果</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对外承担责任不是替别人扛错，而是把本来就属于自己的管理责任承担起来。</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委托的另一半</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层级二M2强调经理不该越级接管下属的决策权，但完整契约还有另一半：既然交出了决策权，就要承担这份决策权带来的后果。</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责任本来的位置</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下属的具体失误只是表面症状，背后是经理在培训、流程设计、风险预案上的管理责任，对外承担责任是在承认这份责任本来就在自己身上。</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背黑锅的三个动作</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背黑锅不是无条件吸收所有责任，而是一个结构化的三步，每一步都对应着既保护团队又不掩盖真实问题的具体动作。</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第一时间对外承担责任</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向上级、客户或跨部门承担责任，不让团队成员在外部承受直接冲击，保护团队的安全感和外部对部门的信任。</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私下追溯真实原因</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对内不回避问题的真实根源，通过私下的复盘明确具体原因和改进点，对外背责任不等于对内也不追究。</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区分一次性失误与系统性问题</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单次失误可以由经理对外背负，但重复出现的系统性问题，背锅不能取代真正的流程修复，否则只是把问题一直藏起来。</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什么情况下不该用背黑锅来处理失误</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某次质量事故的根本原因，是某位工程师明知操作存在风险却为了赶进度刻意跳过了规定的检验环节，而不是无心的失误。如果部门经理依然选择对外完全背锅、对内只是轻描淡写地提醒，会让团队误以为「明知故犯也有经理兜底」，从而削弱团队对规范本身的敬畏。</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背黑锅框架不是要求经理对所有失误都一律对外吸收责任，而是要求经理区分「诚实的失误」和「明知故犯的违规」。后者如果依然用背黑锅处理，传递的信号会从「经理保护诚实暴露问题的人」扭曲成「经理纵容明知故犯的人」，这两种信号对团队行为的塑造方向完全相反。</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这一判断逻辑与层级二M5《需求仲裁》机制解释里「公平的误解」有相通之处——保护团队不等于对所有结果一视同仁地兜底，关键要看背后的行为性质，而不是结果本身。</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为什么经理在压力下更倾向于甩锅而不是背锅</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心理安全感的代际传递</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这是组织行为学中「心理安全感」概念的核心应用——团队只有在确信经理会在外部承担责任的情况下，才敢于诚实暴露问题、尝试有风险的改进，而不是把精力花在掩盖问题上。但这种正向循环需要时间才能显现，经理很难在做决定的当下直接看到这个收益。</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代价与诱因的时间错配</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背黑锅经理自身在短期会承担实际的声誉和绩效代价，而背锅对团队信任和组织产出的长期收益往往是延迟且难以直接归因的，这种不对称的时间结构，与层级二M1机制解释中的「反馈延迟差异」是同一类心理结构。</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识别这种代价与诱因的时间错配本身，是背黑锅这件事真正的起点。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「是我们部门流程没覆盖到」，他这样对外解释</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面对一次因下属操作失误导致的产线异常，对外只说是部门流程没有覆盖到这种场景，私下里和涉事工程师认真复盘，明确了具体原因并完善了操作规范。此后团队遇到异常更愿意第一时间主动上报，部门整体的问题发现和响应速度明显提升。</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说出下属名字的那一刻，团队学会了沉默</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面对类似情况，对外汇报时如实说明是某位工程师的操作失误，团队成员对此心存芥蒂，此后遇到异常情况倾向于先自己想办法掩盖，而不是第一时间上报，部门的异常瞒报情况逐渐增多，问题被发现时往往已经扩大。</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这一次，他没有选择背锅</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次质量事故的根本原因是一位工程师明知操作存在风险却刻意跳过检验环节，部门经理对外承认部门管理存在疏漏，但同时明确说明这是个别人员违反规范的行为，对内对涉事工程师启动了正式的纪律流程，而不是像处理普通失误那样私下提醒了事。</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背黑锅就是大包大揽、什么都自己扛</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把背黑锅理解成对外什么都揽到自己身上、对内也不追究，但理论框架二已经说明，对外承担责任和对内追溯真实原因是两件并行不悖的事，缺少私下追溯这一步，背黑锅会变成纵容问题反复发生的挡箭牌。</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背了一次锅，以后就该一直背</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认为只要这次选择了背锅，团队就会一直信任自己，却忽略了理论框架二第三步的区分——如果同样的问题反复出现，单纯的背锅只是在不断推迟真正的流程修复，团队也会逐渐意识到背锅并没有真正解决问题，信任反而会被消耗。</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背黑锅与拒绝越级，是同一份委托契约的两面</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层级二M2《拒绝越级》教的是经理不该越级接管下属的决策权，本模块《背黑锅》教的是经理要承担这份决策权带来的后果——两者合在一起，才是完整的委托-代理契约：把决策权交给主管，同时也要为这份决策权可能带来的后果兜底，只强调前者而不愿意承担后者，委托关系就是不完整的，主管的权威也建立不起来。</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心理安全感是团队学习能力的基础</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组织行为学中的「心理安全感」概念指出，团队只有在确信暴露问题不会带来个人惩罚的情况下，才会愿意诚实地报告异常、尝试有风险的改进。部门经理对失误的处理方式，是团队心理安全感最直接的来源之一——每一次经理选择对外背责任、对内认真追溯原因，都是在为团队的诚实汇报积累信任；每一次经理选择甩锅，都是在教会团队下次要把问题藏得更深。</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责任本来的归属</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背黑锅不是替别人扛错，而是经理在委托关系中本来就该承担的管理责任，下属的具体失误只是表面症状。</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三个操作动作</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第一时间对外承担责任、私下追溯真实原因、区分一次性失误与系统性问题，三步缺一不可。</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诚实的失误适合用背黑锅处理，明知故犯的违规则不适合，对所有结果一视同仁地兜底，会扭曲团队对规范的敬畏。</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背黑锅，不是替别人扛错，而是把本该自己担的责任担起来。</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描述一位经理把对外承担责任理解成个人牺牲、因此在压力下犹豫不决的情境，要求判断这种理解存在什么问题。</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描述一位经理对外完全承担了责任，但私下也没有追溯任何具体原因的场景，要求判断这种处理方式长期会有什么后果。</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描述一个失误背后可能是诚实失误也可能是明知故犯的模糊场景，要求判断经理该不该用背黑锅处理，并说明判断标准。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描述一个部门经理一直强调自己「从不越级接管主管的决策」，但出了问题后立刻把责任推给主管本人的情境，要求判断这种做法存在什么问题。</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描述一位经理对外完整承担了责任，私下也认真追溯了原因，但同样的问题在三个月后又发生了一次，他依然选择了同样的处理方式。要求判断这位经理在框架的哪个环节出现了缺口。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M7 背黑锅</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M7 背黑锅</dc:title>
  <dc:subject>PptxGenJS Presentation</dc:subject>
  <dc:creator>CIM管理者培训体系</dc:creator>
  <cp:lastModifiedBy>CIM管理者培训体系</cp:lastModifiedBy>
  <cp:revision>1</cp:revision>
  <dcterms:created xsi:type="dcterms:W3CDTF">2026-06-21T08:22:27Z</dcterms:created>
  <dcterms:modified xsi:type="dcterms:W3CDTF">2026-06-21T08:22:27Z</dcterms:modified>
</cp:coreProperties>
</file>