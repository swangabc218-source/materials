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指令的不可穷尽性这一机制。正确回答应指出问题不在于经理不够认真，而在于把战略指示当成了穷尽性的指令清单，没有理解指示背后真正要解决的问题，对应反面案例的负面机制。
场景二（对应理论框架二）诊断指引：正确回答应指出缺少向上翻译这一动作，双向翻译机制要求两个方向都要做到，只做向下翻译相当于把自己变成了单向的执行管道。
场景三（对应边界反例）诊断指引：考察学员是否把翻译意图的框架当成了不分情境的教条。理想回答应提到歧义是否重大到值得直接确认这一核心判断维度，并能提出边界场景式的应对方式（主动反馈冲突，而非自信推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场景四（对应延伸视角一）诊断指引：考察学员能否区分让别人知道我做了什么和让组织因为我的反馈做出更好的判断这两种不同层次的向上沟通。正确回答应指出单纯罗列进展和数字没有完成向上翻译的职责。
场景五（综合场景）诊断指引：本模块难度最高的诊断题，检验学员是否把向下翻译做得好和双向翻译机制的完整性割裂理解了。正确回答应指出：向下翻译的质量不能替代向上翻译的责任，自己消化掉有战略价值的信号，相当于切断了组织校准战略的一个重要信息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M6</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战略对齐</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把意图想明白，而不只是把话听清楚</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战略对齐，不是把话听清楚，而是把意图想明白。</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同样收到一条战略指示，半年后一个被认可一个被质疑</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K经理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执行指令</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收到「提升产线柔性」的战略指示后，把它理解成具体的任务清单——采购几台新设备、调整几条产线布局，严格按照这份清单执行。半年后设备到位，但因为期间市场需求结构发生了变化，这批投入实际帮助有限，高层质疑这笔投入的回报。</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L经理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理解意图</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收到同样的战略指示，先花时间理解背后真正要解决的问题——应对客户订单结构日益碎片化的趋势，于是把资源优先投向能快速切换品类的关键瓶颈工序。半年后产线对碎片化订单的响应速度明显提升，高层认可这次投入精准命中了战略意图。</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两人都「对齐」了战略，为什么结果一个被认可一个被质疑？</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「听懂了」和「理解了」，是部门经理最容易混淆的两件事</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部门经理通常觉得只要按照上级传达的内容执行，就是在做战略对齐，却很少意识到——上级传达的内容本身就是被压缩、被简化过的，字面执行和真正理解意图，是两种完全不同的对齐方式。</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本模块要建立的认知：战略对齐的关键不是记住了多少具体指示，而是理解了多少指示背后的意图，意图理解得越准，遇到指示没有覆盖的新情况时，越能做出依然服务于战略目的的判断。</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为什么严格执行战略指示，有时反而会偏离战略真正想要的结果？</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战略对齐具体该怎么操作，才能既向下落地又向上反馈？</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什么时候不该自己解读战略意图，而应该直接向上确认？</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战略对齐不是「执行决议」，而是「翻译意图」</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高层传达的战略必然是抽象的、不可能穷尽所有具体场景</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这是「指挥官意图」这一军事管理概念的核心观点——理解意图，而不是逐字执行指令。</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指令的不可穷尽性</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任何一份战略指示在传达时都已被压缩成有限的文字，无法覆盖未来所有可能出现的具体情境，把指示当成穷尽性的指令清单，本身就是一种误解。</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意图理解的可迁移性</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理解了指示背后「为什么这么定」的意图，经理就能在指示没有明确覆盖的新情况里依然做出服务于意图的判断，这种判断力比记住具体指示内容更有迁移价值。</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战略对齐的双向翻译机制</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部门经理在组织里实际上扮演的是「翻译层」，而不是「传声筒」，这个翻译过程包含三个动作。</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向下翻译</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把抽象的战略意图转化为具体的部门优先级和资源分配标准，这正是层级二M5仲裁框架里「统一标准」真正应该的来源。</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向上翻译</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把一线的真实情况、执行中发现的问题和机会，转化为高层能理解、能用来校准战略的信号，而不是简单抱怨或罗列数字。</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冲突预警</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当一线现实与既定战略出现明显冲突时，主动反馈而不是闷头执行或擅自变通，这是防止自己理解错了战略却一路走到黑的安全阀。</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什么时候不该自己解读战略意图，而应该直接向上确认</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某次部门经理收到的战略指示中，「提升产能利用率」和「优先保障高端产品交付」这两条原则在当下的资源条件下出现了明显冲突——优先保障高端交付会拉低整体产能利用率数字。部门经理对这两条原则孰先孰后的理解，和实际高层的真实优先级判断完全相反。</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翻译意图的框架不是要求经理在任何模糊情况下都自信地按自己的理解推进，而是要求经理识别「这次的歧义是否重大到值得直接确认」。当战略表述本身存在明显的内部张力或矛盾，且经理对意图的理解可能存在重大分歧风险时，主动向上确认比自信地按自己的理解执行更负责任。</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这正是层级二M5边界反例中「承认信息不对称」在战略理解维度的具体应用——两个模块的边界判断标准一脉相承。</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为什么经理倾向于机械执行而不是理解意图</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避责心理</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按字面执行指令，出问题时责任更容易撇清「我是按要求做的」，而基于自己对意图的理解做判断，一旦判断错了，责任要自己扛，这种不对称的责任结构，让机械执行在直觉上显得更安全，即使它实际上对组织的伤害可能更大。</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抽象层级的思维惯性</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经理在自己熟悉的具体执行层面思考惯了，习惯于把同样具体化的思维方式套用在理解抽象战略表述上，容易导致逐字解读而非语义解读，这不是经理理解力不足，而是思维习惯的路径依赖。</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识别这种思维惯性本身，是战略对齐这件事真正的起点。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没有照单全收的采购清单，却命中了真正的战略意图</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收到「提升产线柔性」的战略指示后，没有机械执行配套的设备采购清单，而是先确认这条指示背后要应对的是客户订单结构日益碎片化的趋势，于是把资源优先投向能快速切换品类的关键瓶颈工序。半年后产线对碎片化订单的响应速度明显提升，高层认可这次投入精准命中了战略意图，尽管执行细节和最初的方案清单有明显出入。</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清单全部完成，战略目标却没有实现</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收到同样的战略指示，严格按照配套的设备采购清单逐项执行，半年后设备到位、产线调整完成，但因为期间市场需求结构已经发生变化，这批投入对实际业务的帮助有限，高层质疑这笔投入的回报，部门经理本人也很委屈——他确实完成了任务，却没有真正服务战略目的。</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发现两条原则打架后，他选择先确认再行动</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在执行中发现「提升产能利用率」和「优先保障高端产品交付」这两条战略原则出现明显冲突，他没有按自己的理解自信地选择其中一条推进，而是主动向上反馈这个冲突，最终明确了高层的真实优先级是保障高端交付，避免了一次基于错误理解推进数月后才发现方向偏差的风险。</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「认真执行了上级的每一条指示」就是战略对齐</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把逐条核对、不折不扣地执行上级指示当成战略对齐的标准，但反面案例已经说明，机械执行字面指示完全可能偏离战略真正想要达成的目的，真正的对齐需要理解指示背后的意图，而不只是核对执行清单。</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向上反馈等于给领导添麻烦</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认为发现冲突或疑问时主动向上确认，会显得自己能力不足或者给领导添麻烦，因此选择按自己的理解硬着头皮推进，但理论框架二明确指出，冲突预警是双向翻译机制里的安全阀，沉默推进的风险远大于主动确认的麻烦。</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战略对齐与层级一向上汇报的跨层呼应</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层级一M6《向上汇报》教的是把工作讲清楚、被看见，层级二M6《战略对齐》教的是把一线现实转化为对组织真正有价值的战略输入——这是向上汇报这项基本功在战略维度上的进一步延伸，从「让别人知道我做了什么」升级到「让组织因为我的反馈而做出更好的判断」。</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战略对齐的能力，决定经理能不能从执行者升级为战略伙伴</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能稳定做好双向翻译的部门经理，会逐渐从「等指示、按指示执行」的角色，变成高层在制定和调整战略时愿意主动咨询意见的对象——这种转变不是靠职位晋升获得的，而是靠经理在一次次翻译实践中积累起来的信任：高层发现经理对一线现实的转述总是准确、对战略意图的理解总是到位。</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翻译意图</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战略指示必然是被压缩、不可穷尽的，理解意图比记住具体指示更有迁移价值，更能经受情境变化的考验。</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双向翻译机制</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向下翻译成部门优先级、向上翻译一线真实信号、冲突预警，三个动作共同构成完整的翻译层职责。</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当战略表述存在明显内部张力、经理对意图的理解可能存在重大分歧风险时，主动向上确认比自信地按自己理解执行更负责任。</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战略对齐，不是把话听清楚，而是把意图想明白。</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描述一位经理严格按字面执行战略指示、但最终结果偏离战略目的的情境，要求判断问题出在哪个环节。</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描述一位经理只做了向下翻译、把战略转化成了部门任务，但从未向上反馈一线的真实情况，要求判断这种履职方式是否完整。</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描述一个战略表述本身存在明显内部张力的模糊场景，要求判断经理此时该自信推进还是该向上确认，并说明判断标准。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描述一位经理的向上汇报内容只有工作进展和数字，没有任何对一线现实和战略校准有价值的判断，要求判断这种汇报方式存在什么问题。</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描述一位经理准确完成了向下翻译，部门任务执行也很到位，但在执行过程中发现的一个对战略校准很有价值的一线信号，他自己消化处理掉了，没有向上反馈。要求判断这位经理在框架的哪个环节出现了缺口。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M6 战略对齐</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M6 战略对齐</dc:title>
  <dc:subject>PptxGenJS Presentation</dc:subject>
  <dc:creator>CIM管理者培训体系</dc:creator>
  <cp:lastModifiedBy>CIM管理者培训体系</cp:lastModifiedBy>
  <cp:revision>1</cp:revision>
  <dcterms:created xsi:type="dcterms:W3CDTF">2026-06-21T08:22:27Z</dcterms:created>
  <dcterms:modified xsi:type="dcterms:W3CDTF">2026-06-21T08:22:27Z</dcterms:modified>
</cp:coreProperties>
</file>