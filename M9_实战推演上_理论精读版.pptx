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。本讲区别于M1-M8的理论精读结构，采用连续时间线的场景推演形式，在关键节点设置决策点，综合调用前八讲的理论框架。建议授课时长70-90分钟，可作为模块九的正式讲授内容，建议在M1-M8全部完成后讲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讲授本页时，建议给学员1-2分钟时间真正进入这个人物设定，而不是匆匆带过。强调这不是有标准答案的场景这一点很重要，避免学员在后续决策点上产生我猜错了的挫败感。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这是推演的第一个决策点，建议讲授时真正停顿，让学员先各自写下自己的判断，再公布推演内容，形成对照体验。重点示范M2框架的「两个问题」提问法，这是一个可以直接复用的话术模板。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强调风险评估不是一次性这个延伸点——这是M2原始框架没有重点讲到、但在实战中极其重要的补充。也要点出老吴自己拍板这个动作的合理性——可回滚的临时止损措施属于团队权限范围，不需要事事请示。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这是全篇压力最大的一个决策点，建议讲授时让学员先讨论如果是你会不会顶住压力不直接改，往往会有学员表示压力太大可能就先改了，可以借此讨论第13页的反事实推演内容做铺垫。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这是全篇第一个陷阱，讲授重点是让学员意识到主动沟通是好的这个直觉本身没错，错的是在信息不清楚时执行这个直觉。可以问学员：你在工作中有没有过急于报告但信息不全反而引发更多追问的经历？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可以直接引用M6第3页的三层汇报框架原文术语（信息层/判断层/行动层），让学员明确看到这是同一套框架在新场景里的复用，而不是临时编出来的话术。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第二个陷阱，和第一个陷阱形成有趣的对照——第一个陷阱是该谨慎时太急切，这个陷阱是该坦诚时想回避，两种偏差方向相反，但都源于对框架的表面理解。讲授时可以明确点出这个对照关系。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这一页是M5、M6两个框架的综合应用展示，要点出主动承认没按承诺时间同步这个细节——诚实面对自己的承诺落空，本身也是建立信任的一部分，呼应M6中诚实呈现确定和不确定部分的原则。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这一页是M7、M8两讲的综合应用，也是整个故事的收口。重点讲透教练式提问挖出真正根源这个效果——如果老吴只是说以后不要这样想，永远不会知道小林背后有这段经历，问题也无法真正解决。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这是全篇的核心总览页，建议用一张白板图把这八个决策点和时间线画出来，强化决策链而非孤立决策点的认知。可以让学员尝试自己在不看PPT的情况下复述这八个点的顺序和对应理论。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篇方法论意义最重的一页——它明确点出了课程设计的底层逻辑：M1-M8每一讲为什么都要花篇幅讲边界条件和常见误区，而不是只讲应该怎么做。讲授时建议放慢节奏，让学员真正消化这个元认知层面的洞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反事实推演是一种强有力的教学手法，让学员看到没有发生的后果。讲授时可以问学员：在你的实际工作中，有没有类似的、因为图省事让步而埋下后续隐患的真实经历？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这一页是本讲送给学员的可带走的工具——建议授课时鼓励学员把这五个问题打印出来贴在工位上，或者设为手机备忘录，作为日常工作中快速自检的提示卡。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收束全篇。这一讲的金句和M1-M8略有不同——不是浓缩一个理论洞察，而是点出整个课程体系到这里为止的核心追求：从分散的理论框架，走向能在真实压力下灵活调用的综合判断力。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【内训师诊断指引 · 不对学员展示】
决策点A —— 对应M2风险分级框架。
观察要点：理想回答应识别出间歇性、不影响当前判定结果，但属于新接入设备这几个关键参数，类比第3页决策点一的处理方式——不是立刻大动干戈，也不是完全忽视，而是设定一个观察窗口和明确的升级触发条件（比如延迟频率或时长是否在扩大）。若学员选择不影响生产结果可以完全不管，说明忽略了新接入设备这个变量带来的不确定性，对应第3页是否涉及近期变更这个判断维度未被应用。
决策点B —— 对应M4/M5边界条件（语气不强硬的跨部门反馈如何处理）。
观察要点：这个决策点的设计有意把压力强度调低（不同于本讲场景中张厂长的强硬施压），用来测试学员是否会因为对方语气温和就降低警惕、跳过正常的评估流程直接承诺改系统。理想回答应该依然遵循确认+说明+给出路径和时间的结构，即使对方没有施压，也不应该在未排查前就贸然承诺具体的修改时间或方案。
决策点C —— 对应M6三层汇报框架，且加入了M3授权风险评估的元素（接口模块影响范围大，风险等级判断需要更谨慎）。
观察要点：因为修复涉及多设备共用模块，风险等级高于本讲案例中的单一工站调度逻辑，理想回答应该体现出对风险影响范围更大这一点的清晰认知，并在汇报中明确传达这一点，可能需要更明确地寻求资源支持或决策授权，而不只是单纯告知进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【内训师诊断指引 · 不对学员展示】
决策点D —— 对应M8 SBI模型+行为归因的正向反馈。
观察要点：理想回答应给出具体的情境、行为、影响三要素，而非笼统的做得不错，呼应第10页对小陈反馈的示范结构。
决策点E —— 对应M7教练式提问+M8行为归因，且测试学员能否识别这是一个潜在的特质归因/防御心理信号（小赵把同事的反馈解读为甩锅，本身可能是一种防御反应）。
观察要点：理想回答不应该直接否定或纠正小赵的判断（不是甩锅，你想多了），而应该用教练式提问引导小赵自己梳理事实（我们现在掌握的证据具体指向什么？），这个引导过程本身也呼应了M8中关于行为归因vs特质归因的应用——帮助小赵从情绪化的归因（对方在针对我们）转向事实导向的归因（设备数据显示了什么）。若学员选择直接否定小赵的猜测、给出结论式的回应，说明对教练式提问的应用还不够熟练，倾向于用指令代替引导。
综合反思题——这是本讲对学员的元认知层面收束，没有标准答案，重点考察学员能否跳出完成推演任务本身，反过来审视自己的思维模式和判断盲区，这是从学会框架到内化框架的关键一步。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80160"/>
            <a:ext cx="0" cy="429768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半导体CIM管理者认知课程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模块九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3774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实战推演（上）：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88720" y="31089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一次完整的危机处理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188720" y="4160520"/>
            <a:ext cx="4754880" cy="0"/>
          </a:xfrm>
          <a:prstGeom prst="line">
            <a:avLst/>
          </a:prstGeom>
          <a:noFill/>
          <a:ln w="12700">
            <a:solidFill>
              <a:srgbClr val="C7CD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343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一次跨部门紧急停线事件的完整决策链推演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综合运用 M1–M8 框架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实战推演版 · 全17讲 · 主线故事 + 决策点结构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场景设定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在你正式进入这个场景之前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〔人物设定〕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你是CIM团队组长老吴，入职8年，担任组长1年半。团队5人，负责一条月产能稳定的成熟产线的CIM系统维护。你的直属上级是CIM总监王总。和你协作最密切的跨部门方是制造部张厂长、工艺部李总监。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〔技术背景〕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08152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你的团队上个月刚完成了一次批次调度逻辑的优化升级，目的是提升Q-Time窗口的利用效率。升级已经稳定运行了三周，没有出现过问题。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〔时间起点〕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0416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周四下午4点47分，你正在工位上处理常规工单。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0" cy="150876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阅读说明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919472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接下来的内容会按时间线推进，在每个关键节点，你会看到「决策点」标记——请先暂停，思考「如果是我，会怎么判断和处理」，再继续往下看推演内容和理论回扣。这不是一个有标准答案的场景，但每个决策点背后都对应着前面课程中讲过的具体框架，推演内容展示的是「运用框架之后会是什么样子」，而不是唯一正确的答案。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场景设定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 · 异常出现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16:47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一条不起眼的报警，你会怎么看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系统监控面板弹出一条黄色预警：3号产线的一批晶圆在某工站的实际处理时间，比批次调度逻辑预测的时间长了11分钟。不是红色报警，没有触发自动停线，系统仍在正常运行。工程师小陈过来问你：「这个要紧吗？要不要先处理？」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456432"/>
            <a:ext cx="0" cy="77724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56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10652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这条黄色预警，应该被怎么对待？是「系统正常波动，先观察」，还是「需要立刻介入排查」？你的判断依据是什么？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〔推演 · 老吴的处理〕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27448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6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吴没有直接说「先看看」或「赶紧查」，而是用M2的框架问了小陈两个问题：「这个工站涉及的批次，如果处理时间持续超出预测，最坏情况是什么？」「这是不是我们上个月升级的那个调度逻辑覆盖的工站？」确认是之后，老吴判断：单次的、不确定是否会重复的轻微延迟，属于「概率未知、后果中等」，且涉及近期变更——按M2框架，这不属于可忽略的正常波动，但也还没到立刻拉响警报的程度。安排小陈在1小时内重点跟踪后续批次，同时调出当时的边界条件评审记录。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548640" y="6016752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10819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理论回扣：M2《技术判断力：停线风险分级》—— 风险判断不是凭「感觉要不要紧」，而是把「概率」和「后果」分开评估，再结合「是否涉及近期变更」做出分级处理决策。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 · 异常出现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 · 模式开始显现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18:20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当「一次性」变成「在重复」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小时20分钟后，小陈带着新信息回来：3号产线又有两批晶圆在同一工站出现类似的处理时间超长（分别超出15分钟和19分钟，幅度在扩大）。边界条件评审记录显示，这个工站当时确实没有覆盖「连续高负荷批次叠加」这种情况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456432"/>
            <a:ext cx="0" cy="77724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56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10652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现在的情况已经从「单次异常」变成了「有扩大趋势的重复模式」，且确认是边界条件遗漏。这时候应该做什么？范围应该多大？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〔推演 · 老吴的处理〕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27448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6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吴重新评估：概率维度——已从「未知」变为「确认会重复，且有扩大趋势」；后果维度——继续扩大可能影响后续批次的Q-Time窗口，存在停线风险。这已从「中等优先级跟踪」上升为「需要立刻干预」。老吴的决定：暂停该工站对「连续高负荷批次」的自动调度逻辑，临时切回人工排程（可回滚的临时方案，而非直接修改核心逻辑），同时安排两名工程师立刻开始根因排查。这个决定老吴自己拍板执行，没有等待任何人批准——因为这是CIM团队权限范围内的、可回滚的临时止损动作。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548640" y="6016752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10819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理论回扣：M2框架的延伸应用——风险评估不是一次性的，而是要随新信息持续更新。概率从「未知」变为「确认」，原来的分级判断必须重新做一次，而不是固守第一次的结论。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 · 模式开始显现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阶段三 · 制造部的电话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19:05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电话那头，是带着情绪的催促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部张厂长来电：「老吴，我这边3号线的人反映，今天好几批片子卡在站点上时间不太对，你们是不是系统出问题了？这要是影响到今晚的交付计划，月底数字不好看。你们能不能现在直接把那个调度逻辑改一下，先把超时限制放宽，别让系统老显示异常，我们先把片子赶出来再说？」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547872"/>
            <a:ext cx="0" cy="77724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47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10652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张厂长提出的是一个口头的、希望立刻执行的系统改动请求，且带着明显的情绪和压力。这时候应该怎么回应？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526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〔推演 · 老吴的处理〕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818888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4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放宽超时限制」表面上能让报警消失，实际上是掩盖问题而非解决问题——这是一个口头提出的、未经评估的系统变更请求，正中M4防火墙框架要防范的核心场景。老吴用三步话术：①确认重要性「今晚的交付计划确实重要，我完全理解这个压力」；②流程化解释「这个延迟已确认是边界情况，现在放宽限制相当于让系统不报警，但片子实际卡的时间不变，反而可能影响后面批次」；③行动指引+时间「我们已切到人工排程控制风险，预计今晚10点前有明确方案，第一时间同步您，今晚交付我们会重点保」。张厂长没有完全消气，但接受了安排。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548640" y="6053328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144768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理论回扣：M4《防火墙：挡住口头需求》—— 即使对方带着情绪和压力，三步话术依然是把「拒绝」转化为「流程化引导」的有效方式，而非直接照办或硬碰硬拒绝。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阶段三 · 制造部的电话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阶段四 · 陷阱节点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19:30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陷阱节点 · 这个判断「听起来对」，但其实是错的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挂掉张厂长电话后，小陈说：「要不咱们也别等10点了，我现在先发个消息跟工艺部李总监说一下这个事，免得他那边也来问。」老吴觉得有道理，正准备让小陈发消息，但停下来想了想。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0" cy="77724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决策点四 · 陷阱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538728"/>
            <a:ext cx="10652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小陈的提议「先跟工艺部说一下，免得他们也来问」，听起来是在主动沟通、防患于未然，这是不是一个好主意？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224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〔推演 · 老吴的再思考〕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517136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4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吴意识到，这个提议表面上符合「主动同步、不要被动」的精神（M5的核心原则），但实际执行方式有问题：现在团队对根因还没有完全确认，如果现在就发消息说「我们在处理一个问题」，但说不清楚具体是什么问题、什么时候能解决，这种模糊的「预警」反而会制造新的不确定性和询问压力——这正是M5中讨论过的反例：「形式上的主动沟通」如果内容不够清晰具体，效果可能比不沟通更差。老吴的调整：让小陈先把目前确认的信息整理清楚——根因、影响范围、预计解决时间——再决定怎么和李总监同步，并用李总监能理解的工艺语言而非CIM技术语言。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548640" y="5760720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5216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理论回扣：M5《跨部门沟通：与Fab建立信任》—— 主动沟通的价值取决于信息的精准度和语言适配，而不是「沟通的动作本身」。这是本讲设置的第一个「陷阱节点」。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阶段四 · 陷阱节点一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阶段五 · 根因确认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21:15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找到了问题，但发现比想象中复杂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师团队确认根因：上个月升级的调度逻辑，在评估Q-Time窗口时，没有考虑「同一工站连续处理多个高负荷批次」时设备热稳定性下降导致处理时间延长这个因素——一个真实存在但概率较低、升级前评审未覆盖的边界情况。修复需要在算法里增加「连续负荷计数」判断逻辑，预计开发测试需要至少6小时，无法今晚完成。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48640" y="3493008"/>
            <a:ext cx="0" cy="77724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785616"/>
            <a:ext cx="10652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根因找到了，但修复时间比预期长，无法今晚解决。老吴需要做哪些事？需要向谁同步什么？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〔推演 · 老吴的处理〕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73168"/>
            <a:ext cx="108813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4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吴判断这是需要向上汇报的时刻——不是因为问题已解决，而是因为情况发生了重要变化。给总监王总打电话，用三层结构汇报：信息层「根因已确认，是上月调度逻辑升级的边界条件遗漏」；判断层「不是紧急停线风险，已切到人工排程控制住，但修复需要重新设计算法，今晚完不成」；行动层「今晚持续用人工排程保证生产，工程师团队通宵设计方案，明天一早有清晰修复计划，会同步张厂长今晚交付不受影响」。王总确认「今晚生产没问题吧」，老吴答「没问题，已经控制住了」。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548640" y="6035040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1264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理论回扣：M6《向上汇报》—— 典型的「信息→意义→决策」三层汇报，体现「及时同步坏消息」原则：不等问题解决，而是情况发生重要变化时主动同步。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阶段五 · 根因确认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阶段六 · 陷阱节点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22:00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陷阱节点 · 「这件事不用麻烦总监了」，真的吗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打完电话后，工程师小林提出：「其实我们这次切到人工排程控制得挺好的，没有造成实际损失，要不算了，这事就不往上报了，省得显得我们升级的时候没考虑周全，影响不好。」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0" cy="77724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决策点六 · 陷阱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538728"/>
            <a:ext cx="10652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小林的想法是「既然控制住了，不如不汇报，免得显得自己有疏漏」，这个想法合理吗？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224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〔推演 · 老吴的判断〕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517136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4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吴明确否决了这个提议。这次事件已经向王总汇报过（第7页），现在的问题不是「要不要汇报」，而是「汇报是否完整、后续会不会被认为隐瞒」。如果现在因为「不想显得有疏漏」而对后续根因细节轻描淡写，一旦王总从其他渠道（比如张厂长那边）得知问题比汇报时听起来更复杂，会产生「老吴汇报不完整、可能在隐瞒」的印象——这正是M6中讨论过的，比「问题本身」更损害信任的，是「预期被打破」的双重冲击。更深层的问题：小林把「汇报」等同于「承认失误、显得不专业」，但完整及时的根因汇报，恰恰是专业能力的体现。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548640" y="5760720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5216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理论回扣：M6中讨论过的「误区一」——把及时同步等同于「暴露问题、显得不行」。这是本讲设置的第二个陷阱，呼应向上汇报中最容易被情绪化误判的一个环节。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阶段六 · 陷阱节点二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阶段七 · 跨部门收尾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次日 09:30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方案完成，如何向跨部门同步收尾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团队连夜完成修复方案设计，制定了详细的测试和上线计划。第二天上午9点半，方案评审通过，预计当天下午低峰时段可以上线修复。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0" cy="77724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27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419856"/>
            <a:ext cx="10652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现在需要同步两方：制造部张厂长（昨晚承诺过10点同步，实际是次日早上）、工艺部李总监（第6页暂缓同步，现在信息清楚了）。这两个同步应该分别怎么做？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〔对张厂长〕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2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打电话，不回避「没按昨晚说的10点同步」：「跟您说一下，昨晚说的10点其实没卡上，根因排查花的时间比预期长，向您道个歉。现在方案已经出来了，今天下午低峰时段会上线修复，今天生产不会受影响，这两天也在复盘怎么提前发现这类边界情况。」张厂长：「行，关键是别影响生产，你们辛苦了。」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080760" y="4206240"/>
            <a:ext cx="0" cy="182880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〔对李总监〕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19672" y="452628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2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用工艺语言（而非技术语言）说明这次问题对应的工艺影响范围、目前的控制措施、以及下午修复后预计能恢复到的状态，并主动提到「这类问题以后会加强升级前的边界场景评审，避免类似情况再发生」。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48640" y="6080760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172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理论回扣：M5和M6框架的综合应用——对张厂长体现「故障透明、主动承认偏差」；对李总监体现「语言适配」（M5核心）。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阶段七 · 跨部门收尾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阶段八 · 团队复盘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次日 16:00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危机过去之后，怎么和团队一起复盘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下午4点，修复方案顺利上线，系统恢复正常。老吴召集团队复盘，重点讨论两个工程师的表现：小陈第一时间发现异常、根因排查中表现扎实；小林在阶段六提出了「别上报」的想法。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0" cy="77724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10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决策点八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602736"/>
            <a:ext cx="10652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复盘会上，对小陈的肯定、对小林「别上报」想法的纠正，应该分别怎么说？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343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〔对小陈（正向·SBI结构）〕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从你发现第一条黄色预警开始报告，到后面带着评审记录回来确认模式，再到通宵把根因和方案做出来，判断和执行都很扎实——尤其你没有在第一次预警时放任不管，也没有过度反应，这个分寸感是这次能这么快控制住的关键。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4343400"/>
            <a:ext cx="0" cy="182880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4343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〔对小林（行为归因+教练式提问）〕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19672" y="466344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昨晚你提到不往上报——我理解背后是不想让团队显得有疏漏，但如果信息不完整被认为是隐瞒，信任损害会比承认一次边界遗漏大得多。我们聊聊，是不是在什么情况下你会觉得不汇报更安全？」小林想了想，说之前在另一家公司类似情况上报后被批评得很重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6263640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336792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理论回扣：M8正向+纠正反馈遵循行为归因；对小林的反馈示范M7教练式提问——挖出了真正根源（过去的负面经验），而非停留在想法不对。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阶段八 · 团队复盘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决策链回顾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把这次推演里的八个决策点连起来看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16:47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83080" y="16916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决策点一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0" y="169164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风险分级判断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464040" y="169164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18:20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21122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0" y="211226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风险评估的持续更新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9464040" y="2112264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M2延伸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5328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19:05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83080" y="253288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0" y="2532888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口头需求的流程化引导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464040" y="253288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295351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19:30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83080" y="2953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决策点四 · 陷阱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295351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主动沟通的语言适配与信息精准度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9464040" y="2953512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3741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21:15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83080" y="337413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3374136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三层向上汇报 + 及时同步坏消息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9464040" y="337413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37947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22:00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83080" y="37947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决策点六 · 陷阱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83280" y="379476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及时同步不等于「显得不行」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9464040" y="379476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M6误区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421538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次日09:30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83080" y="421538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决策点七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83280" y="421538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故障透明 + 语言适配的综合应用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9464040" y="4215384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M5、M6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463600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次日16:00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783080" y="46360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决策点八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83280" y="4636008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行为归因反馈 + 教练式提问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9464040" y="463600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M7、M8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166360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285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八个决策点，没有一个是孤立发生的——风险分级的判断方式（M2）决定了后续要不要打防火墙（M4）；防火墙话术里「给出明确时间」的承诺，又决定了后续要不要主动跟进说明延迟（M5、M6）；整个过程中团队成员的具体表现，最终又要通过恰当的反馈方式（M7、M8）转化为团队的实际成长，而不只是「这件事过去了」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6199632"/>
            <a:ext cx="0" cy="274320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619963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危机处理的真正难度，不在于单独掌握某一个框架，而在于在信息不完整、时间紧迫、多方压力同时出现的情境下，准确识别「现在最该用哪个框架」。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决策链回顾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陷阱节点再分析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为什么这两个「听起来对」的想法，实际上是错的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〔陷阱一回顾 · 决策点四〕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先跟工艺部说一下，免得他们也来问」——这个想法的危险之处在于，它把「主动沟通」简化成了一个动作（发消息），而忽略了主动沟通真正的价值前提：信息必须是清晰、具体、能够被对方理解和使用的。在信息还不完整时为了「显得主动」而发出模糊的预警，制造的不确定性可能比沉默更糟糕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〔陷阱二回顾 · 决策点六〕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192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控制住了，就不用往上报了」——这个想法的危险之处在于，它把「汇报」等同于「承认失误」，但实际上，及时、完整的汇报恰恰是建立信任的关键行为，而隐瞒或选择性汇报一旦被发现，造成的信任损害远大于问题本身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0" cy="1783080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两个陷阱的共同特征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553712"/>
            <a:ext cx="10424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们都不是「完全错误」的想法——主动沟通和「不给领导添麻烦」，单独看都是值得肯定的管理直觉。但脱离了具体的情境条件（信息是否清晰、汇报是否已经发生过），这些「正确的直觉」被错误地应用了。这正是为什么M1-M8的每一讲，都不只是讲「应该怎么做」，还花了大量篇幅讲「边界条件」和「常见误区」——同一个原则，在不同的情境参数下，正确的应用方式可能完全相反。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陷阱节点再分析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反事实推演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推演的另一种可能 · 如果老吴在决策点三选择了直接照办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假设性推演：如果老吴在决策点三（张厂长要求放宽超时限制）选择了直接照办，会发生什么？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224028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报警消失，张厂长满意，片子继续按原计划生产。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548640" y="326440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中期（24-48小时内）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326440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时限制被放宽后，系统不再对这类边界情况报警，问题被掩盖而非解决，处理时间持续异常的批次没有被人工干预。根据热稳定性下降的规律，超时幅度可能进一步扩大，最终从「延迟」演变为实际的设备异常或批次报废，损失规模可能远超当晚的及时止损成本。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548640" y="4288536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长期（信任层面）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4288536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即使这次没有酿成大问题，张厂长会从这次经历学到「CIM组长在压力下会直接按我的要求改系统」，这会在未来类似情境下增加更多类似的口头施压请求——这正是M4中讨论过的「口头需求的自我繁殖机制」。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48640" y="5404104"/>
            <a:ext cx="0" cy="914400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404104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危机处理中的每一个决策点，影响的不只是当下这一次事件的结果，还在塑造未来类似情境下相关方的行为预期。一次「图省事」的让步，可能在短期内代价很小，但从系统性的、长期的视角看，往往是代价最高的选择之一。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反事实推演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可复用的判断习惯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下次遇到类似情境，你可以问自己的问题清单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当一个异常出现时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548640" y="1956816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「这是概率未知还是已经确认？后果是局部的还是会扩大的？是否涉及近期变更？」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738360" y="195681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对应M2框架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当有人提出口头改动请求时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548640" y="285292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「这个改动是在解决问题，还是在掩盖问题？如果我现在直接照办，未来类似的请求会不会变多？」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738360" y="285292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对应M4框架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4564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当考虑要不要主动同步信息时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「我现在掌握的信息，是否足够清晰具体到对方能据此采取行动？还是只是一个模糊的有情况？」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738360" y="374904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对应M5框架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352544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当情况发生重要变化时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48640" y="4645152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「上级是否需要这个信息来做判断或提供支持？如果我现在不说，未来被动得知，代价会是什么？」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738360" y="4645152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对应M6框架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524865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当事后需要给团队反馈时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548640" y="5541264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「我现在的表述，是在评价这个人，还是在描述这件具体的事？我是在直接给结论，还是在帮助对方自己想清楚？」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738360" y="5541264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对应M7、M8框架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6199632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27278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i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这份清单不是要在危机中真的逐条对照执行——而是通过反复使用，让这些判断角度内化成一种本能反应，这正是本讲作为「实战推演」区别于纯理论课程的核心价值所在。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可复用的判断习惯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0" cy="493776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总结与升华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914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从理论到实战的最后一公里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1783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这次完整的推演，从一条不起眼的黄色预警开始，到团队复盘结束，跨越了将近24小时，串联起了八个关键决策点，几乎调用了M1-M8讲过的每一个核心框架。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1188720" y="2487168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这次推演真正想说明的，不是「框架本身有多好用」，而是另一件更重要的事：现实中的管理决策，很少是孤立出现的单选题，而是连续的、相互影响的决策链——风险判断的方式影响了防火墙的执行，防火墙的承诺影响了后续的跨部门同步，整个过程的及时性又决定了向上汇报的信任成色，最终团队成员在过程中的表现，需要被转化为有效的反馈，才能真正变成团队的成长。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1188720" y="374904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陷阱节点的设置，也是在提醒一个重要的事实：管理直觉本身并不是可靠的判断依据，因为很多「听起来对」的直觉判断，一旦脱离具体的情境条件，可能恰恰是错的。真正可靠的，是经过结构化训练、能够根据情境参数灵活调整的判断框架。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1188720" y="4800600"/>
            <a:ext cx="3657600" cy="0"/>
          </a:xfrm>
          <a:prstGeom prst="line">
            <a:avLst/>
          </a:prstGeom>
          <a:noFill/>
          <a:ln w="12700">
            <a:solidFill>
              <a:srgbClr val="C7CD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93776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危机考验的不是你记住了多少理论，而是你能不能在信息不完整、压力扑面而来的时候，依然分得清此刻最该用哪一把工具。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课后推演练习 · 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请你独立完成一次平行场景的决策推演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是一个和本讲场景结构相似、但具体参数不同的场景。请你独立完成决策推演，在每个决策点写出你的判断和依据（每个决策点150字左右），并标注你认为这个决策点对应的是M1-M8中的哪一讲。本练习无标准答案，重点是展示你的决策逻辑链条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〔平行场景设定〕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你是CIM团队组长，团队负责的另一条产线，周一上午10点，系统监控发现一个新接入的检测设备，数据上传出现间歇性延迟（不是每次都延迟，大约每5次有1次延迟3-5秒），目前不影响生产判定结果的准确性。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〔决策点A〕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13048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这个间歇性延迟，你会如何判断它的风险等级？需要立刻处理，还是可以观察？你的判断依据是什么？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〔决策点B〕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27448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了周一下午，延迟频率没有变化，但设备部同事主动找到你，说：「我们设备这边怀疑可能是你们CIM系统接口处理慢，影响了我们设备的数据上传，你们能不能先看看，不行的话我们晚点的设备校准计划可能要往后推。」这是一个跨部门反馈，但语气没有施压、也没有要求立刻改系统，你会如何回应？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〔决策点C〕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641848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经过排查，发现问题确实出在CIM接口的一个处理逻辑上，但修复涉及到一个被多个设备共用的接口模块，贸然修改可能影响其他设备的稳定性。这种情况下，你会如何向你的直属上级同步这件事？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课后推演练习 · 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模块九 · 实战推演（上）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课后推演练习 · 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延续场景：复盘环节的推演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〔延续场景〕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9280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二，团队完成了接口修复方案，经过测试验证不会影响其他设备，预计周三凌晨低峰时段上线。整个过程中，你的团队成员小周在排查阶段反应很快，准确定位到了问题模块；另一名成员小赵则在设备部同事第一次反馈时，私下跟你说：「这事儿不是我们的问题吧，设备部是不是想甩锅给我们？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〔决策点D〕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6440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周三上线完成后，你会如何安排团队的复盘？对小周的快速定位，你会怎么给出反馈？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548640" y="38130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〔决策点E〕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05656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对小赵「是不是设备部想甩锅」这个想法，你会如何回应和引导？请说明你会使用哪种归因方式、是否会用到教练式提问，并说明理由。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548640" y="47000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〔综合反思题〕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992624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回顾你在决策点A到E的完整推演过程，你认为自己在哪个决策点上，最容易受到「看起来合理但实际有偏差」的直觉影响？请结合本讲两个陷阱节点的分析，反思你自己可能存在的判断盲区。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48640" y="5824728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9161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提交方式：将决策点A至E的推演内容及综合反思题，合并为一份书面材料，于下次课程开始前提交。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课后推演练习 · 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实战推演（上）：一次完整的危机处理</dc:title>
  <dc:subject>PptxGenJS Presentation</dc:subject>
  <dc:creator>PptxGenJS</dc:creator>
  <cp:lastModifiedBy>PptxGenJS</cp:lastModifiedBy>
  <cp:revision>1</cp:revision>
  <dcterms:created xsi:type="dcterms:W3CDTF">2026-06-20T15:39:28Z</dcterms:created>
  <dcterms:modified xsi:type="dcterms:W3CDTF">2026-06-20T15:39:28Z</dcterms:modified>
</cp:coreProperties>
</file>