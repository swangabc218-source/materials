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练习不提供标准答案，旨在让学员独立完整地走一遍一个季度的多线管理决策。教师可参考正文中对应的节点，重点关注学员是否能：用显性化标准而非平均分配处理内部精力竞争、对屡试不爽的原则保持持续校准的警觉、准确判断给方法的边界（情境是否真的等不起）、把压力测试的暴露结果转化为具体的培养方向，而不是简单地通过或不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7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实战推演（下）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一个季度的梯队培养周期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960120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3434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综合运用M1、M3、M4、M5、M8框架，与《实战推演（上）》形成「单点高压 vs 持续节奏」的对照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场景设定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一个季度，三条并行的成长线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危机过去一个月后，老陈开始系统性地推进部门的梯队培养工作。这个季度（十三周）里，三位主管同时进入了不同的成长阶段：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1343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老吴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刚经历过一次成功的复盘汇报曝光，老陈决定持续给他更大难度的舞台。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5740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31343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林工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99432" y="27889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7889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99432" y="32461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系统集成组频繁遇到同类型技术决策，老陈决定系统性地用「给方法」带他建立可迁移的判断框架。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205740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75904" y="231343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王科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375904" y="27889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7889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75904" y="32461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被列入某关键岗位的梯队候选名单，老陈开始给他安排匹配难度的代理机会和压力测试。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7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这一讲的节奏和上一讲不同——不再是单点高压下的连续决策，而是三条线在十三周里交替推进、互相争夺你的时间和精力。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1-3 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三线启动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第一步，老陈安排老吴主持一次部门内的项目汇报，难度低于上次的跨部门复盘，作为热身。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99432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第一步，老陈和林工一起拆解了一次典型技术决策的判断标准，写成三条可执行的检查项。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王科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75904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第一步，老陈安排王科开始为期两周的轮岗代理，接触此前没有独立处理过的工作内容。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冲突点 1  ·  跨模块复用 M5《需求仲裁》逻辑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三件事，同一个周三下午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270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10424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周的周三下午，老吴需要老陈帮他预演下周的跨部门会议主持；林工遇到一个新的技术决策，正等着老陈一起拆解判断标准；王科的轮岗代理出现了一个小状况，需要老陈介入支持。三件事几乎同时压了过来，老陈只有这个下午的时间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你会怎么分配这个下午的时间？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6557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10424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没有平均分配二十分钟一个人，而是判断三件事的紧急度和影响——王科的小状况如果不及时处理可能影响接下来一周的代理安排，优先级最高；老吴的预演有一定时间缓冲，可以约在第二天；林工的技术决策不紧急，可以约到本周晚些时候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755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内部人才培养的精力分配，本质上和M5《需求仲裁》面对外部竞争性需求时是同一套逻辑——用统一标准排序，而不是平均分配或者按谁先开口来决定。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4-6 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三线推进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项目汇报效果不错，老陈把难度调高，安排老吴主持一次跨部门协调会议，自己坐在旁边但不插话。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99432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林工已经能独立用那三条检查项分析新出现的技术决策，准确率和老陈本人的判断基本一致。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王科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75904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两周轮岗代理结束，整体表现合格，老陈开始考虑给王科安排一次更高难度的压力测试。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 A  ·  M3《给舞台》边界反例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这次的舞台，他还没准备好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270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10424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第八周，一个对接重要客户的技术评审机会出现。老陈这几个月持续给老吴舞台，每次效果都很好，这次他几乎没有犹豫，就把这次评审也交给了老吴。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你会不会重新评估这次机会的风险等级，还是直接按以往的经验安排？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6F1E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6557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推演（陷阱）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10424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延续了过去几个月「给老吴舞台总是有效」的经验，没有重新评估——这次客户对技术可信度格外敏感，而老吴此前积累的都是内部场合的曝光经验，从未独立面对过这类外部高风险场合。评审中老吴在一个关键问题上应对不够从容，客户事后对团队的技术可信度提出了疑虑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755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舞台的原则本身没有错，错在你把「过去屡试不爽」当成了「这次也一定适用」——舞台分级要求的是每一次都重新匹配准备度，这正是层级二M3边界反例提醒过的：核心外部关系且后果不可逆的场合，需要重新把关，而不能照搬经验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7-9 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三线推进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评审失利后，老陈和老吴一起复盘了这次的差距，调低了接下来几周的曝光难度，先在内部场合巩固对外沟通的基本功。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99432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林工开始主动用给方法的框架带新人，老陈观察到这套判断标准正在团队里悄悄扩散。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王科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75904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老陈给王科安排了一次更高难度的压力测试——独立代理处理一次有中等风险的设备异常。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 B  ·  M4《给方法》边界反例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两小时窗口，他还是想让林工自己想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270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10424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第十周，一个关键客户验收当天发现重大缺陷，只有两小时窗口处理，否则会影响整个验收节点。林工正在现场，第一时间联系了老陈。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你会直接给出处理指令，还是按一贯的原则引导林工自己想清楚？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6F1E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6557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推演（陷阱）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10424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这几个月用给方法带林工带出了习惯，下意识地开始引导林工自己梳理判断路径——「你觉得问题可能出在哪几个环节」。十几分钟过去，窗口在飞速流逝，你才意识到这次情境早已不是有容错空间的常规决策，而是一次真正等不起的危机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755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方法是对的原则，但原则本身有边界——层级二M4边界反例早就提醒过，时间窗口紧迫到不允许试错时，直接给答案才是更负责任的选择。你这次的失误，不是用错了框架，而是把一个正确的习惯，不假思索地延伸到了它本不适用的场景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10-11 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三线推进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在内部场合的表现重新稳定，老陈开始小心地为他规划下一次外部曝光的时间点，这次会提前做更充分的准备和预演。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99432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验收危机最终在老陈直接介入后及时解决，事后和林工一起复盘了这次该不该给方法的判断标准。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828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王科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75904" y="2331720"/>
            <a:ext cx="2953512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中等风险的设备异常压力测试顺利完成，独立处理中暴露了一个小的流程盲点，但整体证明了接近独立胜任的能力。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冲突点 2  ·  跨模块复用 M5《需求仲裁》逻辑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季度最后一周，三条线同时到了关键节点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270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10424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二周，三条线几乎同时进入收官阶段——老吴需要为下一次外部曝光做最后的预演；林工要把这一季度的方法论沉淀成可以教给新人的文档；王科需要一次最终的综合评估来确认是否能正式列入梯队候选名单。老陈的时间比任何一周都更紧张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这一周，你会把最多的精力投向哪条线？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6557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10424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判断王科的综合评估窗口最窄、且关系到这个季度梯队规划工作能不能真正落地，优先把最完整的时间块留给了他；老吴的预演被安排在相对零散的时间里完成；林工的文档沉淀工作本身不需要大量参与，只在关键节点做了简短确认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755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季度末的精力分配，再次印证了M5仲裁框架的核心——不是每条线都同等重要，显性化的优先级判断，比试图雨露均沾地照顾所有线索更负责任。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压力测试结果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这次评估，决定王科是不是真正的候选人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季度末的综合评估中，王科被要求在没有老陈介入的情况下，独立处理一次模拟的关键岗位决策场景。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36499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王科的处理结果整体合格，体现出了基本的独立判断能力，但也暴露了在跨部门协调环节经验仍然不足，这正是后续阶段需要继续打磨的方向。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599432"/>
            <a:ext cx="110642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这正是层级二M8《梯队规划》强调的——压力测试的价值不在于候选人是否完美通过，而在于提前在低风险窗口暴露真实短板，让接下来的培养方向有据可依，而不是等到真正需要接班的那一刻才发现问题。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与《实战推演（上）》的对照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单点高压 vs 持续节奏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实战推演（上）》考验的是危机下的瞬时判断——四十八小时内，每一个决策都几乎没有重新思考的余地，框架之间的边界稍有模糊就会立刻显现代价。《实战推演（下）》考验的是完全不同的能力——十三周里，没有哪一刻是真正的生死攸关，但两次陷阱节点恰恰说明：当一个正确的原则被反复验证有效之后，最大的风险不再是不会用，而是忘了它也有边界，把它不假思索地延伸到了不该延伸的场景。两种陷阱性质不同：上一讲的陷阱是压力下来不及思考，这一讲的陷阱是太熟悉以至于不再思考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三线收官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十三周后，三条线分别走到了哪里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在经历一次挫折后重新校准了曝光难度，正在为更扎实的下一次外部曝光做准备；林工已经能独立运用给方法的框架，并开始把这套判断标准教给团队里的新人；王科完成了梯队压力测试，整体合格但仍有需要打磨的方向，被正式列入候选名单，同时标注了具体的能力缺口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730752"/>
            <a:ext cx="110642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条线没有一条是完美收官的，但每一条都比季度初更接近真实——这正是层级二这套培训体系想要传递的核心认知：管理能力的成长，不是学会了不犯错，而是不断在真实场景里，把已经熟悉的框架重新校准到适用的边界内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成长链回顾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这个季度，你做了哪些关键判断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十三周内，4次三线推进 + 2次冲突点 + 2次陷阱节点 + 压力测试与收官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三线启动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+ M4 + M8 启动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163824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冲突点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288950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逻辑跨场景复用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3308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330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中期推进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38587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三线深化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10235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023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 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4828032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给舞台边界反例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9202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19456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194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 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75320" y="192024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给方法边界反例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9504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163824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冲突点 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288950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逻辑跨场景复用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3858768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13308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1330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压力测试结果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38587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M8 梯队规划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72200" y="482803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510235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51023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三线收官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75320" y="4828032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M1+M3+M4+M8 综合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一个季度的管理，检验的不是你学了多少框架，而是你多久会忘记框架也有边界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季度里，三条线没有一次是真正的生死攸关，但两次陷阱节点恰恰提醒我们，最容易让人放松警惕的，不是陌生的新问题，而是已经验证过很多次、用起来得心应手的老框架。当一个原则用了一次又一次都奏效，人会不自觉地停止重新校准它的边界，这正是层级二全部十个模块共同指向的一个更深的认知：所有框架都不是用来记住的，而是用来在每一次具体情境里重新判断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931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最危险的陷阱，不是不知道该怎么做，而是太知道该怎么做，以至于忘了问一句「这次还适用吗」。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课后作业 · 场景设定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换三位主管，同样的一个季度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这次轮到你独立走一遍完整的成长周期。背景与正文相似但参数不同——你带着三位新的主管，分别需要给舞台、给方法、梯队压力测试三种不同的培养方式，同样要在一个季度（十三周）里交替推进。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13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请按时间推进的顺序，为以下关键节点写下你的判断和依据，再对照M1、M3、M4、M5、M8的具体框架检验自己的判断是否站得住脚。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课后作业 · 练习要求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你需要做出判断的六个节点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840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4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50876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季度初，三条培养线应该按什么顺序、什么节奏依次启动？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648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4917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91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31648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三条线第一次同时需要你的时间时，你会怎么排序投入？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2420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2994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9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12420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给舞台的那位主管已经连续成功了几次，新的高难度机会出现时，你会不会重新评估准备度？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071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071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93192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给方法的那位主管遇到一次真正紧急、没有试错空间的场景，你会怎么处理？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3964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9149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149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73964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梯队压力测试的结果不及预期，你会怎么调整后续的培养方向？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47360"/>
            <a:ext cx="11064240" cy="716280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7226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22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547360"/>
            <a:ext cx="9966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季度末三条线同时到了关键节点，你的时间却比任何时候都紧张，你会怎么分配？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M10 实战推演（下）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实战推演（下）</dc:title>
  <dc:subject>PptxGenJS Presentation</dc:subject>
  <dc:creator>CIM管理者培训体系</dc:creator>
  <cp:lastModifiedBy>CIM管理者培训体系</cp:lastModifiedBy>
  <cp:revision>1</cp:revision>
  <dcterms:created xsi:type="dcterms:W3CDTF">2026-06-21T09:57:41Z</dcterms:created>
  <dcterms:modified xsi:type="dcterms:W3CDTF">2026-06-21T09:57:41Z</dcterms:modified>
</cp:coreProperties>
</file>