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场景一（对应理论框架一）诊断指引：考察学员能否识别权责错位和强化学习陷阱两个机制。正确回答应指出主管的决策权正在被悄悄收回但问责没有同步减少，以及团队正在被训练走捷径。
场景二（对应理论框架二）诊断指引：正确回答应指出缺少事后补强主管权威这一步，转交本身不够，还需要让主管在团队眼中是真正被授权的决策者，否则容易复现反面案例的负面后果。
场景三（对应边界反例）诊断指引：考察学员是否把拒绝越级当成了不分情境的教条。理想回答应提到后果的不可逆性和时间窗口这两个维度，并强调即使直接介入也不能省略事后补强权威这一步。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场景四（对应延伸视角一）诊断指引：考察学员能否从具体现象反推授权体系的实际执行状态。证据应聚焦于团队成员的真实行为模式，而不是制度文件上是否写明了授权范围。
场景五（综合场景）诊断指引：本模块难度最高的诊断题，检验学员是否把「该不该直接介入」和「拒绝越级三步动作的完整性」割裂理解了。正确回答应指出：直接介入处理危机本身没有问题，问题出在处理完成后没有完成事后补强这一步——这正是三步动作第三步在边界场景下依然不能省略的体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C7F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拒绝越级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不接管下属的下属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617720"/>
            <a:ext cx="7863840" cy="128016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4617720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拒绝接住越级的请求，是为了让主管的判断真正算数。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M2 拒绝越级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同样面对越级请求，两位经理走出两条岔路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C经理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389120" y="198424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9C553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0" y="19842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习惯性接住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每次有人越级找他，都觉得是举手之劳，直接给出答案。几个月后，团队遇到问题习惯性绕开主管，先来找他。季度后果：手下几位主管逐渐失去团队的信任和决策自信。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EEF2EE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D经理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104120" y="198424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4F6F52"/>
          </a:solidFill>
          <a:ln/>
        </p:spPr>
      </p:sp>
      <p:sp>
        <p:nvSpPr>
          <p:cNvPr id="12" name="Text 10"/>
          <p:cNvSpPr/>
          <p:nvPr/>
        </p:nvSpPr>
        <p:spPr>
          <a:xfrm>
            <a:off x="10104120" y="19842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坚持转交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256032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每次有人越级找他，都先了解情况，但坚持把决策权交还给主管，自己只在背后补充信息、提供支持。季度后果：手下主管在团队里权威清晰，团队成员遇到问题会先尝试找直属主管解决。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51663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两人都在「帮团队解决问题」，为什么半年后管理链条的健康程度天差地别？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M2 拒绝越级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拒绝越级，不是冷漠，是在保护一个更大的系统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部门经理通常很难对越级请求说不——一来怕显得不近人情、官僚，二来确实有些请求自己三两句话就能解决，拒绝感觉像是故意刁难。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971800"/>
            <a:ext cx="10424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本模块要打破的认知：拒绝接住越级请求，保护的不是经理自己的时间，而是整条管理链条的问责完整性。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本讲将回答三个问题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420624" cy="420624"/>
          </a:xfrm>
          <a:prstGeom prst="ellipse">
            <a:avLst/>
          </a:prstGeom>
          <a:solidFill>
            <a:srgbClr val="9C553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4544568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为什么越级请求会反复发生，且会越来越频繁？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248656"/>
            <a:ext cx="420624" cy="420624"/>
          </a:xfrm>
          <a:prstGeom prst="ellipse">
            <a:avLst/>
          </a:prstGeom>
          <a:solidFill>
            <a:srgbClr val="9C553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248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522122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部门经理具体该怎么应对，才能既不显得冷漠又能守住边界？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925312"/>
            <a:ext cx="420624" cy="420624"/>
          </a:xfrm>
          <a:prstGeom prst="ellipse">
            <a:avLst/>
          </a:prstGeom>
          <a:solidFill>
            <a:srgbClr val="9C553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925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58978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什么时候越级请求其实是合理的，经理该接住而不是一味往回推？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M2 拒绝越级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理论框架一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越级的代价不是流程被打乱，而是问责链条断裂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0078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委托-代理链：上级把决策权和资源委托给下级，下级对结果负责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762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部门经理习惯性接住越级请求，相当于绕开主管直接对主管的下属做决策——决策权被悄悄收回，问责却原封不动留在主管身上。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5404104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200400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3200400"/>
            <a:ext cx="4306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权责错位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48554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主管要为结果负责，却越来越无法决定过程，这不是态度问题，是结构性代价。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2926080"/>
            <a:ext cx="5404104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83096" y="3200400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83096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77456" y="3200400"/>
            <a:ext cx="4306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强化学习陷阱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83096" y="3840480"/>
            <a:ext cx="48554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经理每接住一次越级请求并给出有效答案，都是在训练全队「找经理比找主管更高效」，这种强化累积且单向，一旦学会捷径很难逆转。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M2 拒绝越级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理论框架二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拒绝越级的三步动作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不是简单地把人推回去，而是一个结构化的三步，三步缺一不可，否则拒绝会沦为形式。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70632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9C553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706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40280" y="27157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接住情绪，不接管决策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1363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先承认对方的诉求合理、紧急，让对方感到被听见，避免一上来就说「去找你主管」让人觉得被打发。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4233672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9C553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336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40280" y="41788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明确转交责任人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5994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不是泛泛地说「这个你该问他」，而是具体到「我现在同步给他，你十分钟内会得到答复」。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44068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5696712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9C553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6967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40280" y="56418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事后补强主管的权威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606247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私下向被越级的主管同步发生了什么，必要时在后续场合公开支持主管的处理决定，防止团队觉得经理才是真正拍板的人。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M2 拒绝越级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边界反例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什么时候该接住，而不是一味往回推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EEF2EE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产线设备联调中，一线工程师试图找直属主管协调，但主管正在处理另一个紧急问题，短期内无法响应。这次联调如果拖延超过两小时，将导致整条线持续停摆。此时部门经理选择直接介入处理，而不是机械地坚持走流程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拒绝越级的框架不是要求经理对所有越级请求一律说不，而是要求经理区分「可以等的请求」和「等不起的请求」，当后果的不可逆性和紧迫性超过某个阈值，越级处理的代价小于不处理的代价。但即便如此，事后补强主管权威这一步依然不能省略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跨模块呼应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513892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判断标准接近层级一M2《技术判断力》中「风险=概率×后果」的分级思路：两个框架都拒绝一刀切，要求管理者根据具体情境校准判断尺度，这正是区分「合理越级处理」和「破坏管理链条的越级处理」的关键。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M2 拒绝越级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机制解释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为什么部门经理很难对越级请求说不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即时帮助的道德满足感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670048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直接解决问题能带来立刻的「我很有用」的心理回报，而拒绝并引导回正确流程往往要承受当下的人际摩擦——对方失望，甚至觉得经理冷漠。这种不对称的心理成本，让经理在压力下本能地选择帮一把。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1031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控制错觉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670048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理往往低估自己每一次「举手之劳」的累积效应，认为单次帮忙不会破坏整体管理秩序，这是一种典型的「自己是例外」认知偏差——下属并不会区分这次是特殊情况还是常态，下属只会记住找经理有用这个结果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识别这种不对称心理成本本身，是拒绝越级这件事真正的起点。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M2 拒绝越级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先共情，再转交，事后还补一句话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4F6F5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正面案例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642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51460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某部门经理面对一线工程师越级反馈某主管迟迟未处理的设备异常，先共情对方的焦虑，随后明确告知「我现在同步给XX主管，他十分钟内联系你」，事后单独找主管说明情况，并在后续周会上公开提到该主管处理及时。三个月后，该主管在团队中的决策权威明显提升，团队成员遇到问题第一反应变成先找主管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M2 拒绝越级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半年后，主管变成了一个转发邮件的人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9C553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反面案例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642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51460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某部门经理因为「举手之劳」长期直接处理某主管团队的越级请求，半年后该主管几乎成了摆设——团队所有重要决策都默认要等部门经理拍板，主管本人也逐渐放弃主动决策，遇到任何问题都先转发给部门经理，整个管理链条事实上塌陷成了部门经理直接管理一线团队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M2 拒绝越级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直接介入之后，还做对了一件事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8A6D1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边界场景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642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51460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产线设备联调的紧急场景中，部门经理判断后果不可逆且时间窗口紧迫，直接介入处理。处理完成后，他第一时间联系被越级的主管说明情况，并在后续把这次处理过程和判断标准写成案例分享给主管团队，作为「什么情况下可以直接找我」的参考标准，反而强化了团队对管理层级的理解，而不是削弱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M2 拒绝越级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误区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「拒绝越级=不近人情」的简单化理解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10332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多经理把接住越级请求等同于亲和力强、好相处，把拒绝等同于官僚、冷漠。但真正的拒绝不是把人晾在原地，而是接住情绪、明确转交、事后补强这套完整动作，做到位之后，团队感受到的不是冷漠，而是清晰和被尊重的边界感。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M2 拒绝越级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误区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「转给主管处理」就等于做对了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10332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多经理以为只要嘴上说「去找你主管」就完成了拒绝越级的动作，但如果没有事后补强主管权威这一步，主管很容易在团队眼里显得是被经理糊弄过去的传话筒，而不是真正有决策权的人——这种形式上转交、实质上未授权的处理方式，本质上和反面案例的负面后果是同一种机制在起作用。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M2 拒绝越级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延伸视角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与层级一的跨层呼应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EEF2EE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10332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模块处理的其实是层级一M3《分级授权》和M6《向上汇报》能否真正落地的关键变量。部门经理处理越级请求的方式，直接决定了主管层级的授权设计在下属眼里是不是真的。授权设计得再精巧，只要部门经理在越级请求面前一次次妥协，整套授权体系就会在团队的实际体验中失效——这是制度设计与执行一致性的经典张力。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M2 拒绝越级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延伸视角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权威的可信度循环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EEF2EE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10332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主管的权威不是靠职位title获得的，而是靠团队成员每次带着问题来找他，都能得到有效且不被推翻的回应，这种持续验证循环建立起来的。部门经理对越级请求的处理方式，决定了这个验证循环是被加固还是被打破——每一次「破例帮忙」都是对循环的一次打断，长期下来会让主管的职位权威和实际权威产生越来越大的落差。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M2 拒绝越级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三层框架回顾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1388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13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19656"/>
            <a:ext cx="2377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问责链条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23360" y="17830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部门经理习惯性接住越级请求，看似帮忙，实则在切断主管的决策权与问责的对应关系，并通过强化机制训练团队走捷径。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16352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086100"/>
            <a:ext cx="420624" cy="420624"/>
          </a:xfrm>
          <a:prstGeom prst="ellipse">
            <a:avLst/>
          </a:prstGeom>
          <a:solidFill>
            <a:srgbClr val="9C553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861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944368"/>
            <a:ext cx="2377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三步动作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23360" y="290779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接住情绪不接管决策、明确转交责任人并给出具体下一步、事后补强主管权威，三步缺一不可，否则拒绝会沦为形式。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4106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EF2EE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10812"/>
            <a:ext cx="420624" cy="420624"/>
          </a:xfrm>
          <a:prstGeom prst="ellipse">
            <a:avLst/>
          </a:prstGeom>
          <a:solidFill>
            <a:srgbClr val="4F6F5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08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069080"/>
            <a:ext cx="2377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6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边界判断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23360" y="4032504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当后果不可逆且时间窗口紧迫到等不起时，可以直接介入，但事后补强权威这一步依然不能省略。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51663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拒绝接住越级的请求，是为了让主管的判断真正算数。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M2 拒绝越级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课后诊断 · 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课后诊断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48840" y="1892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对应理论框架一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10515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描述一个部门经理反复接住某主管团队越级请求的具体情境，要求判断这种模式长期会对管理链条造成什么影响，并指出背后的强化机制。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36976"/>
            <a:ext cx="1106424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438144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381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34381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对应理论框架二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803904"/>
            <a:ext cx="10515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描述一个部门经理面对越级请求时只说了「这个你该问你主管」就转身离开的场景，要求判断这个处理是否完整，欠缺了哪一步。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782312"/>
            <a:ext cx="1106424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98348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983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48840" y="4983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对应边界反例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10515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描述一个介于可以等和等不起之间的模糊越级请求场景，要求判断部门经理此时该不该直接介入，并说明判断标准。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M2 拒绝越级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课后诊断 · 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课后诊断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2116836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场景四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48840" y="1892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对应延伸视角一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10515600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列出某部门管理链条的若干现象，例如主管的决定经常被推翻、团队遇事先找部门经理等，要求判断这个部门的分级授权体系在实际执行中是否在生效，并指出证据。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009644"/>
            <a:ext cx="11064240" cy="2116836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4210812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108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42108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综合场景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576572"/>
            <a:ext cx="10515600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描述一位经理在一次紧急场景中前期判断正确直接介入处理，但处理完成后没有执行事后补强主管权威这一步，导致主管在团队中的权威进一步受损。要求判断这位经理在框架的哪个环节出现了缺口。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M2 拒绝越级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拒绝越级</dc:title>
  <dc:subject>PptxGenJS Presentation</dc:subject>
  <dc:creator>CIM管理者培训体系</dc:creator>
  <cp:lastModifiedBy>CIM管理者培训体系</cp:lastModifiedBy>
  <cp:revision>1</cp:revision>
  <dcterms:created xsi:type="dcterms:W3CDTF">2026-06-21T08:22:26Z</dcterms:created>
  <dcterms:modified xsi:type="dcterms:W3CDTF">2026-06-21T08:22:26Z</dcterms:modified>
</cp:coreProperties>
</file>