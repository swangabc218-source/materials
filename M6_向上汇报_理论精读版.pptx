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封面页。本课程为理论精读型课件，强调向上信息同步框架的建立、论证与边界条件，不含互动讨论环节。建议授课时长50-60分钟，可作为模块六的正式讲授内容，区别于配套的实战工作坊材料。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用「做得多但不被看见」的普遍困惑建立认知钩子，强调这不是上级的问题，而是信息天然有限的结构性事实。这个定调为第3页信息不对称框架做铺垫。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讲解信息不对称的双向结构，建立全篇理论地基。重点强调「双向」这个特征——多数学员只意识到自己需要主动汇报（弥合上级的缺口），但忽略了自己也需要主动获取上级的关注点（弥合自己的缺口）。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本页是深度版的关键页，主动指出信息不对称框架的误用边界。误用二（讨好上级）是最容易引发学员心理排斥的误读，要明确撇清「信息对齐」和「印象管理」的本质区别。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讲解信息→意义→决策的三层加工模型，给出三个具体层次的示例话术。这个三层模型是M6全篇最核心的操作性工具，要确保学员能记住并能在场景中辨识三层信息分别是什么。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具象化第5页的三层框架。案例A的核心问题是「都处理完了」掩盖了「同类问题已出现两次」这个关键判断层信息——这正是机制一（事件描述层）局限性的真实代价。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第二个核心框架，明确呼应M2的风险分级框架（变量一）。强调「汇报强度矩阵」是两个变量的组合判断，不是单一维度决定的——后续第9页案例完整示范三个不同任务的差异化汇报节奏设计。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反例一（凭感觉跳过汇报）是最常见的实践偏差，要强调风险判断本身需要结构化评估而非主观感觉。反例二（完全不汇报）呼应第17页场景四的诊断设计，要预先讲清楚最低限度同步的必要性。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呼应第7页汇报强度矩阵。三个任务的差异化节奏设计是本讲最具操作性的示范——可以引导学员盘点自己手头的任务，套用这个矩阵做一次实际的汇报节奏设计练习。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应第13页期望管理理论。核心数据要点：两种方式的最终客观结果相似（都成功控制了延期），但事后信任度的变化截然相反——这是本讲最有力的论证案例，要在讲授时重点强调「结果相似但信任结果不同」这个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误区一（等解决了再说）直接对应第10页方式A的心理动机，是M6最重要的纠偏点。误区二（罗列工作量）呼应第5-6页的三层框架——罗列只是「信息」，没有「意义」和「行动」。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误区三（领导很忙少汇报）直接对应第17页场景二的诊断设计。误区四（表现出尽在掌握）和第10页坏消息案例形成呼应——隐瞒不确定性的本质和「等问题解决了再说」是同一种心理动机的不同表现。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引入组织沟通心理学概念。重点是「双重冲击」这个机制解释——它精确地解释了为什么第10页方式A的代价不只是「项目延期」本身，还有「信息缺失感」叠加的额外伤害。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跨学科延伸概念（认知管理学），为第3-4页的「精准而非详尽」和第7-8页的「权变设计」提供了底层解释——两者本质上都是在适应上级有限的认知带宽这个客观约束。结尾「信息压缩能力」是本讲最精炼的概念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全篇，呼应第2页的核心问题。结尾金句「让工作被看见，不是靠说得更多，而是靠说得更准」是M6的核心价值表达。M1-M6形成完整的认知升级链条：认知（M1）→判断（M2）→设计（M3）→边界（M4）→信任（M5）→可见性（M6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场景一 —— 对应第5-6页「信息→意义→决策」三层框架。
观察要点：回答是否真正包含了三层信息，而不只是「做了什么」的事件描述。即使是一个「顺利完成、没有问题」的任务，理想的汇报也应该简要说明这项优化对系统的实际价值（意义层）以及是否有后续需要关注的事项（行动层），而不只是「优化完成了」这一句话。若回答只停留在事件描述，说明三层框架尚未真正内化。
场景二 —— 对应第7-8页权变理论框架。
观察要点：理想回答应该识别出，「上级很忙」不能成为降低高风险早期任务汇报频率的理由——根据权变理论，这正是最需要保持较高频率判断层汇报的情境，因为这个阶段的上级介入对最终方向有实质影响。若学员认为「上级忙就应该少打扰，等方向明确了再说」，说明对权变理论的理解出现了方向性错误，混淆了「为对方考虑」和「该汇报时不汇报」之间的区别。
场景三 —— 对应第10页案例对照三+第13页期望管理理论。
观察要点：理想回答应该选择现在就汇报，且汇报内容应该包含当前的不确定性、正在采取的应对措施、以及可能的最坏情况预期，而不是等问题明确后再说。若学员选择「再等等看，方案有进展了再汇报」，说明对期望管理理论中「早期同步降低冲击」的机制理解不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场景四 —— 对应第7-8页权变理论边界条件+第3-4页「上级关注点」的获取机制。
观察要点：这道题测试学员是否能识别出，「权变设计」中对任务重要性的判断标准，不能完全由汇报者单方面凭自己的理解来决定——第3页强调过，下级对上级关注点的认知本身存在信息缺口，可能存在「汇报者认为不重要，但上级实际很关心」的情况。理想回答应该提出：需要主动和上级确认「您希望我在哪些类型的事项上保持更高频率的同步」，把权变判断标准的设计本身，变成一次双向对齐的过程，而不是单方面假设。若学员认为「应该恢复到所有事情都详细汇报」，说明矫枉过正，没有理解问题的真正根源是「判断标准需要双向校准」而非「权变思维本身错了」。
场景五 —— 对应第13页期望管理理论的边界+第14页认知带宽理论。
观察要点：这是一个测试学员是否会对「期望管理」产生过度期待的场景。理想回答应该识别出，及时、完整的汇报能够降低信任关系受到的额外冲击，但不能消除「项目延期」这个结果本身带来的合理负面情绪——上级的批评可能源于延期本身对他自己上级承诺的影响，这是结果层面的客观代价，不是汇报方式不当的信号。汇报方法论解决的是「沟通质量」问题，不能也不应该被期待解决「结果本身不理想」所带来的所有负面反应。若学员认为「既然按方法做了还被批评，说明这套方法没用」，说明对汇报方法论的作用边界存在过度期待，混淆了「过程做对」和「结果让人满意」两件不完全相关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0" cy="42062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半导体CIM管理者认知课程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1920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向上汇报：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188720" y="32461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让你的工作被看见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188720" y="4343400"/>
            <a:ext cx="475488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526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一份关于信息同步的理论框架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写给7–9年经验、初次带队的技术主管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理论精读版 · 全17讲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现象与问题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做得多，不等于被看见得多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〔观察一〕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「我做了很多事，但领导好像不知道」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许多新任主管有一个共同的困惑：自己明明承担了大量工作，但在年中或年终的评估中，上级对自己工作的认知和自己的实际投入之间存在巨大落差。这不是上级故意忽视，而是上级的认知来源本身就是有限的：他不可能亲眼看到你做的每一件事，他对你工作的理解，几乎完全依赖于你主动告诉他的信息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〔观察二〕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汇报常常变成了「自证」而非「沟通」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种常见的困境是，主管把向上汇报理解为「证明我做了什么、我没有犯错」，于是汇报内容变成了流水账式的事件罗列，上级听完之后往往面无表情，甚至会追问「所以呢？」「接下来打算怎么做？」——这种追问本身就是一个信号：上级真正想知道的内容，没有在汇报里出现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19472"/>
            <a:ext cx="0" cy="1207008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19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221224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向上汇报的本质不是「让上级知道我做了什么」，而是「主动消除我和上级之间的信息不对称」。这两者听起来相似，但导向完全不同的汇报方式——前者是单向陈述，后者是双向对齐。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现象与问题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提出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上级和下级之间，存在天然的双向信息缺口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信息经济学中的信息不对称（Information Asymmetry）理论描述：当协作双方掌握的信息量不对等时，信息劣势方的判断质量必然受限。在管理情境中，上级和下级之间存在的是双向的信息不对称：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上级不知道的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你具体在做什么、遇到了什么困难、当前的真实进度、你需要什么资源和支持。上级只能通过你的主动汇报、或出问题时的事后追溯来获得这些信息。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542032"/>
            <a:ext cx="0" cy="18288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542032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下级不知道的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9672" y="2889504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99923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上级真正关心的优先级是什么、他向他的上级承诺了什么、他用什么标准评估你的工作价值。下级往往凭猜测来判断「领导应该想知道什么」，而这个猜测经常不准确。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0" cy="15087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核心论断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104241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效的向上汇报是双向信息缺口的同时弥合：既要主动提供上级缺失的信息，也要主动获取自己缺失的信息，两者缺一不可。只做到前者的汇报，会变成「我说我的，你听你的」，看起来完成了汇报动作，实际上没有消除真正的信息缺口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提出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边界与反例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信息不对称理论的两个常见误用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〔误用一〕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把「消除信息不对称」理解为「事无巨细地汇报」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不对称理论的目标是让上级获得「做出正确判断所需要的信息」，而不是「获得关于你工作的全部信息」。事无巨细的汇报反而会制造新的信息处理负担——上级需要从大量低价值信息中筛选出真正重要的部分，这个筛选成本本身就是一种隐性的负面体验。有效汇报的信息筛选责任在汇报者一方，而不是转嫁给上级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〔误用二〕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把「了解上级关注点」理解为「揣摩上级喜好、讨好上级」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15137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获取上级关注点的信息，目的是让汇报内容更精准地命中真正的决策需求，而不是为了投其所好、塑造个人形象。如果下级把这个动作异化为「研究领导喜欢听什么」，汇报会从「信息对齐工具」退化为「印象管理工具」，这不仅偏离了理论的本意，也会在上级察觉后造成信任损害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0" cy="10515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边界条件总结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60527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信息不对称理论指导下的汇报，核心是「精准」而非「详尽」，是「对齐决策所需信息」而非「迎合个人喜好」。脱离这两个边界，向上汇报会从有效的管理工具异化为汇报者的负担或者讨好行为。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边界与反例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为什么「事件描述层」的汇报无法被有效使用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从组织行为学角度，拆解信息处理的三个层次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〔机制一〕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965960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事件描述层（信息）只完成了原始数据的传递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周系统发生了一次报警，我们处理了」——这类汇报提供的是「信息」，但没有提供「意义」。上级听到这句话，仍然不知道这件事对组织目标意味着什么、是否需要他关注。如果上级想要做出任何判断，他必须自己去做「信息→意义」的加工，而这个加工原本应该是汇报者的责任。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〔机制二〕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3044952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判断层（意义）完成了信息到管理含义的转化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分析下来是一个低概率但需要关注的边界情况，目前不影响生产，但下个月这类任务变多后复发概率会上升」——这句话补充了「意义」，告诉上级这件事在风险坐标系里处于什么位置，是否需要被纳入关注范围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〔机制三〕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4123944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行动层（决策）完成了意义到具体行动的闭环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5312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「我们计划下周安排一次专项排查，预计两天完成，不需要额外资源，到时候可能需要找工艺那边协调一下窗口」——这句话补充了「决策」维度，让上级清楚地知道接下来会发生什么、是否需要他做任何事。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612648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9963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三个层次共同指向一个结论：上级真正需要的不是「发生了什么」，而是「这件事意味着什么、接下来要怎么办」。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两种汇报方式的真实分野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〔案例A · 事件描述层〕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257800" cy="0"/>
          </a:xfrm>
          <a:prstGeom prst="line">
            <a:avLst/>
          </a:prstGeom>
          <a:noFill/>
          <a:ln w="19050">
            <a:solidFill>
              <a:srgbClr val="9C5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组长小赵在周会上汇报：「上周我们处理了三个工单，一个是产线A的接口异常，一个是设备B的参数同步问题，还有一个是新模块的测试。」总监问：「这几个问题严重吗？」小赵说：「都处理完了，目前没什么问题。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8503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两个月后：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257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产线A的接口异常再次出现并造成短暂停线，总监才知道这类问题已出现过不止一次，对小赵的汇报质量产生明显不满。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0" cy="420624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〔案例B · 三层完整汇报〕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9672" y="2057400"/>
            <a:ext cx="5257800" cy="0"/>
          </a:xfrm>
          <a:prstGeom prst="line">
            <a:avLst/>
          </a:prstGeom>
          <a:noFill/>
          <a:ln w="19050">
            <a:solidFill>
              <a:srgbClr val="4F6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194560"/>
            <a:ext cx="5257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位组长小孙：「产线A的接口异常这个事我想重点说一下：这是这个月第二次出现同类问题了，我判断这可能不是偶发的，而是有一个共性根因。我计划这周安排人专项排查根因，预计周五前有结论，如果需要跨部门配合会再同步您。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39593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总监回应：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42519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「好，这个你重点跟一下，有结果跟我说。」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0" cy="384048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9893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案例B不是说得更多，而是主动完成了「信息→意义→决策」的加工，让总监不需要追问就能知道该不该关注、关注什么、接下来会发生什么。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提出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汇报不是一套固定模板，是需要根据情境调整的设计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权变理论（Contingency Theory）主张：不存在「放之四海而皆准」的最优管理方式，最优方式取决于具体情境特征。应用到向上汇报，意味着汇报的频率和深度应根据两个变量动态调整：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变量一：任务的风险等级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高风险任务（呼应M2框架）需要更高频率、更详细的判断层和行动层汇报。低风险常规任务，过度详细的汇报反而是对上级时间的不必要占用。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542032"/>
            <a:ext cx="0" cy="18288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542032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变量二：项目所处的阶段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9672" y="2889504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99923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项目初期需要更频繁同步判断层信息，让上级有机会在方向可调整阶段介入；执行中期汇报重心转向进度和风险预警；收尾阶段转向结果总结。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0" cy="141732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汇报强度矩阵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10424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个变量的组合，决定了一个具体的「汇报强度矩阵」——高风险+早期阶段的任务，汇报频率最高、内容最详细；低风险+稳定执行阶段的任务，汇报可以简化为周期性的简要同步。固定使用同一套汇报频率和深度，无论是对所有任务「过度汇报」还是「汇报不足」，都是没有应用权变思维的结果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提出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边界与反例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权变设计不是「想汇报就汇报」的借口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〔反例一〕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把「权变」误解为「凭感觉决定要不要汇报」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变理论强调的是「根据情境特征做出有结构的判断」，而不是「随性而为」。如果一名主管以「我觉得这个不重要」为由跳过了对一个实际上风险等级正在上升的任务的汇报，这不是权变思维的体现，而是缺少了第一步——准确判断任务的风险等级和阶段特征本身就是需要严肃对待的判断，不能用「我觉得」代替结构化评估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〔反例二〕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把「低风险任务简化汇报」理解为「完全不汇报」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197096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变理论建议低风险任务可以降低汇报频率和详细程度，但不等于完全取消同步。即使是最常规的任务，也需要有一个最低限度的周期性确认（比如「这件事按计划推进，没有异常」），这个最低限度的同步本身具有价值——它让上级确认「这件事在掌控之中」，而完全的沉默会让上级无法区分「一切正常」和「忘记同步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0" cy="10515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边界条件总结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69671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变设计要求的是「根据任务风险等级和项目阶段，对汇报频率和详细程度做出有结构的判断」，而不是「随意决定汇报与否」。即使是最低频率的汇报安排，也需要保留一个周期性的「确认仍在掌控中」的最低限度同步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边界与反例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二（汇报强度矩阵应用）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同一名主管，如何为不同任务设计不同的汇报节奏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某CIM组长同时负责三项任务：任务A是高风险的核心调度系统重构，处于项目早期阶段；任务B是中等风险的常规模块升级，已进入稳定执行中期；任务C是低风险的日常报表优化。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每周一次15分钟专项同步，重点汇报判断层（评估哪几条技术路径、各自风险取舍）和行动层（下一步怎么验证、什么时候定方向）信息，因为此阶段总监的介入对最终方向有实质影响。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342900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双周一次简要同步，主要汇报进度是否符合计划、是否出现需要关注的风险信号，不再详细汇报技术细节，因为此时总监的关注点是「是否按计划推进」而非「具体怎么做」。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438912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在月度例行汇报中一句话带过——「报表优化按计划完成，没有异常」，因为详细汇报反而会稀释总监对真正重要事项（任务A）的注意力。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0" cy="713232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4068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权变设计不是降低汇报的认真程度，而是把有限的汇报时间和上级的注意力，精准地分配到真正需要的地方。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案例对照二 · 汇报强度矩阵应用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三（坏消息的及时汇报）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两种应对坏消息的方式，对信任关系的不同影响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场景：某CIM团队在执行任务时，发现原计划的技术方案存在之前没有预料到的兼容性问题，可能导致项目延期一周。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〔方式A · 等问题解决了再汇报〕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257800" cy="0"/>
          </a:xfrm>
          <a:prstGeom prst="line">
            <a:avLst/>
          </a:prstGeom>
          <a:noFill/>
          <a:ln w="1905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5257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加班三天解决了问题，最终只延期两天，组长认为「反正问题解决了，没必要让领导担心」，过程中没有汇报。一个月后总监偶然得知此事，找组长谈话：「这种情况你怎么没跟我说？万一你们解决不了怎么办？」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i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结果：总监对其「主动同步重要风险」的信任度明显下降。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080760" y="2286000"/>
            <a:ext cx="0" cy="36576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〔方式B · 发现问题立即汇报〕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9672" y="2651760"/>
            <a:ext cx="5257800" cy="0"/>
          </a:xfrm>
          <a:prstGeom prst="line">
            <a:avLst/>
          </a:prstGeom>
          <a:noFill/>
          <a:ln w="19050">
            <a:solidFill>
              <a:srgbClr val="4F6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788920"/>
            <a:ext cx="5257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当天就同步：「我们发现一个兼容性问题，正在评估影响，最坏情况可能延期一周，我们有两个方案在尝试，两天内能确定能不能按原计划完成。」两天后同步：「问题已解决，预计只延期两天，已在跟下游沟通调整预期。」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519672" y="470916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i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结果：总监感知到「这个人会在风险发生时第一时间让我知道」。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案例对照三 · 坏消息的及时汇报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之一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向上汇报中最常见的认知误区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「问题还没解决，不要给领导添麻烦，等解决了再说」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混淆了「给领导添麻烦」和「让领导拥有必要的决策信息」两个不同的概念。一个可能影响交付、可能需要跨部门协调资源的风险，本质上属于「上级需要知道以便做出判断」的信息范畴，及时同步不是添麻烦，而是在履行向上汇报的核心职责。把「等解决了再说」当作默认策略，意味着上级永远只能看到「已经被处理过的结果」，而失去了在风险发生时介入、提供资源或调整预期的机会窗口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〔误区二〕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「我把所有做的事情都列出来，领导自然能看到我的工作量」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把汇报的责任简化为「信息的完整罗列」，但忽略了上级的认知处理能力是有限的。一份没有重点、没有意义加工、没有行动指向的事件清单，即使内容详尽，也很难被上级真正「看见」——因为上级无法从中提炼出哪些是真正重要的。这正是「事件描述层」汇报的局限：信息的存在不等于信息被有效接收和使用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之二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向上汇报中最常见的认知误区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〔误区三〕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「领导很忙，我应该少汇报，省得占用他的时间」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把「汇报频率低」简单等同于「为领导着想」，但忽略了权变理论的核心——汇报强度应该匹配任务的风险等级和阶段特征，而不是单方面降低。对于真正高风险、处于关键决策窗口的任务，刻意减少汇报反而会剥夺上级在关键时刻介入和提供支持的机会，这种「为领导着想」实际上增加了组织风险，也并不会让领导真正感激，反而会在出问题时引发「为什么不早点告诉我」的质疑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〔误区四〕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「汇报的时候要表现出一切尽在掌握，这样领导才会放心」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把汇报异化为一种「形象管理」行为，而非真实的信息同步。如果一名主管为了显得「尽在掌握」而隐瞒不确定性和困难，上级基于这种不真实信息做出的判断和资源分配决策，可能与实际情况严重脱节。真正建立信任的汇报方式，是诚实地呈现「确定的部分」和「不确定的部分」，并清楚说明针对不确定性正在采取什么应对措施——这比虚假的「尽在掌握」更能建立长期信任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为什么「早一点说坏消息」比「晚一点说好消息」更重要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期望管理（Expectation Management）的心理学机制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〔核心洞察〕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期望管理的核心洞察是：人对一个结果的满意度，不仅取决于结果本身的好坏，还取决于这个结果是否符合此前的预期，以及预期是何时、如何被调整的。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应用到坏消息处理上：越早让上级知道负面结果的可能性，上级就有越多时间去调整预期、调整对自己上级的承诺、寻找替代方案——这个过程本身会显著降低最终负面结果发生时的冲击程度。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221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反之，如果坏消息被推迟到无法挽回的最后时刻才披露，上级不仅要承受结果本身的负面影响，还要承受「预期被突然打破」的双重冲击，这种双重冲击对信任关系的损害远大于结果本身。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0" cy="1481328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呼应第10页案例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919472"/>
            <a:ext cx="10424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式A让总监承受了「事后得知曾经存在重大风险」的双重冲击；方式B则让总监在风险刚出现时就有机会调整预期，即使最终结果是「延期两天」，这个结果也完全在已被告知和预期管理过的范围内，不会产生额外的信任冲击。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延伸视角一 · 期望管理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· 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上级的认知带宽是稀缺资源，这决定了汇报设计的底层逻辑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组织层级中的认知带宽（Cognitive Bandwidth）限制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〔核心现象〕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所处的层级越高，其认知带宽需要覆盖的范围越广（管理幅度更大、需要同时关注的事项更多），这意味着分配给每一个下级、每一项具体工作的认知带宽是被严格稀释的。一名管理十个团队的总监，留给每个团队的注意力和信息处理能力，天然比团队内部主管自己对该团队工作的认知带宽要少得多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理解这个约束的管理者，会主动承担起「信息压缩」的责任：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不能理解这个约束，会产生两种常见的失败模式：一种是高估上级能够处理的信息量，提供过多细节，导致真正重要的信息被淹没；另一种是低估上级对关键信息的需求，过度简化汇报内容，导致上级在需要介入的时刻缺少足够的信息基础。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0" cy="141732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634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最少的认知带宽消耗，传递最高价值密度的信息——这正是第5-6页强调的「意义」和「行动」层信息如此重要的原因：它们是经过压缩和加工的高密度信息，而不是需要上级自己花费认知带宽去加工的原始数据。向上汇报能力的本质，是一种「信息压缩能力」，而不是「信息传递的勤奋程度」。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延伸视角二 · 认知带宽限制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0" cy="493776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总结与升华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从单向陈述到双向对齐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回到第2页提出的核心问题：做得多，不等于被看见得多。让工作真正被看见的能力，建立在三层结构之上：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5420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第一层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(信息的结构)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256032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弥合双向信息不对称——既提供上级缺失的工作实情，也获取自己缺失的上级关注点；汇报需完成「信息→意义→决策」三层加工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1188720" y="33467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第二层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3467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(设计的权变)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364992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汇报的频率和详细程度根据任务风险等级和项目阶段动态调整，把有限的汇报带宽精准分配到真正需要的地方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188720" y="41513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第三层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1513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(时机的智慧)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4169664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及时同步坏消息和不确定性，比等问题解决或恶化到无法挽回才汇报，更能维护长期信任；主动承担信息压缩的责任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188720" y="495604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这三层结构共同指向一个认知转变：向上汇报不是「证明自己做了什么」的自证行为，而是一种主动的信息架构设计能力——它服务于组织决策质量的提升，也服务于汇报者自身工作价值的可见性。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188720" y="5779008"/>
            <a:ext cx="365760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897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让工作被看见，不是靠说得更多，而是靠说得更准。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请结合本讲内容，书面阐述你的判断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请在课程结束后独立完成书面回答（每题150-300字），并于下次课程前提交。本练习不设标准答案，目的是呈现你对相关认知框架的理解方式。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〔场景一〕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刚刚完成了一项耗时三周的系统优化工作，过程顺利，没有遇到重大问题。你打算在周会上向总监汇报这项工作。请写出你的汇报内容（控制在3-4句话以内），并说明你是如何应用「信息→意义→决策」三层框架来设计这段汇报的。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96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你正在负责一个高风险任务，项目还处于早期阶段，技术方向尚未完全确定。你的直属上级最近事务繁忙，你担心频繁汇报会打扰他。你会如何决定这个阶段的汇报频率和内容？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〔场景三〕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2212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你发现一个可能影响下周交付的技术风险，但目前还不确定能否在交付前解决，团队正在尝试两个方案。你会现在向上汇报吗？如果汇报，你会怎么说？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模块六 · 向上汇报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综合场景：以下两题边界更模糊，请审慎作答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以下场景刻意设计为容易产生「听起来对、实际上偏差」的回答，请结合本讲全部理论框架作答，而非套用单一结论。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〔场景四〕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按照本讲的框架，开始对不同任务采用不同的汇报强度——高风险任务高频详细汇报，低风险任务简化汇报。三个月后，你的上级反馈：「你最近汇报做得不错，但我感觉你好像只跟我说『重要』的事，那些你觉得不重要但其实我也想了解一下的事情，你都没说。」这说明了什么问题？你应该如何调整？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〔场景五〕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及时汇报了一个项目延期的风险，详细说明了原因、应对措施和预期影响，期望管理做得很到位。但你的上级听完后情绪依然很激动，对你提出了严厉的批评。你感到困惑：「我已经按照课程里教的方法及时、完整地汇报了，为什么还是被批评？」你如何理解这个情况？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55955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提交方式：与场景一至三合并为一份书面材料，于下次课程开始前提交。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向上汇报：让你的工作被看见 · 理论精读版</dc:title>
  <dc:subject>PptxGenJS Presentation</dc:subject>
  <dc:creator>PptxGenJS</dc:creator>
  <cp:lastModifiedBy>PptxGenJS</cp:lastModifiedBy>
  <cp:revision>1</cp:revision>
  <dcterms:created xsi:type="dcterms:W3CDTF">2026-06-20T03:26:12Z</dcterms:created>
  <dcterms:modified xsi:type="dcterms:W3CDTF">2026-06-20T03:26:12Z</dcterms:modified>
</cp:coreProperties>
</file>